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04" r:id="rId4"/>
    <p:sldMasterId id="2147483705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y="5143500" cx="9144000"/>
  <p:notesSz cx="6858000" cy="9144000"/>
  <p:embeddedFontLst>
    <p:embeddedFont>
      <p:font typeface="Inter"/>
      <p:regular r:id="rId21"/>
      <p:bold r:id="rId22"/>
      <p:italic r:id="rId23"/>
      <p:boldItalic r:id="rId24"/>
    </p:embeddedFont>
    <p:embeddedFont>
      <p:font typeface="Inter Medium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font" Target="fonts/Inter-bold.fntdata"/><Relationship Id="rId21" Type="http://schemas.openxmlformats.org/officeDocument/2006/relationships/font" Target="fonts/Inter-regular.fntdata"/><Relationship Id="rId24" Type="http://schemas.openxmlformats.org/officeDocument/2006/relationships/font" Target="fonts/Inter-boldItalic.fntdata"/><Relationship Id="rId23" Type="http://schemas.openxmlformats.org/officeDocument/2006/relationships/font" Target="fonts/Inter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InterMedium-bold.fntdata"/><Relationship Id="rId25" Type="http://schemas.openxmlformats.org/officeDocument/2006/relationships/font" Target="fonts/InterMedium-regular.fntdata"/><Relationship Id="rId28" Type="http://schemas.openxmlformats.org/officeDocument/2006/relationships/font" Target="fonts/InterMedium-boldItalic.fntdata"/><Relationship Id="rId27" Type="http://schemas.openxmlformats.org/officeDocument/2006/relationships/font" Target="fonts/InterMedium-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g40a1bc150d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4" name="Google Shape;404;g40a1bc150d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g40a1bc150d4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9" name="Google Shape;409;g40a1bc150d4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h768a2e523fc64871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3" name="Google Shape;423;h768a2e523fc64871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h768a2e523fc64871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9" name="Google Shape;429;h768a2e523fc64871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g40a1bc150d4_0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5" name="Google Shape;435;g40a1bc150d4_0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g40a1bc150d4_0_1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1" name="Google Shape;441;g40a1bc150d4_0_1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g40a1bc150d4_0_1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7" name="Google Shape;447;g40a1bc150d4_0_1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g40a1bc150d4_0_3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2" name="Google Shape;452;g40a1bc150d4_0_3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g40a1bc150d4_0_3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8" name="Google Shape;458;g40a1bc150d4_0_3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g40a1bc150d4_0_4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4" name="Google Shape;464;g40a1bc150d4_0_4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g40a1bc150d4_0_10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0" name="Google Shape;470;g40a1bc150d4_0_10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g40a1bc150d4_0_10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6" name="Google Shape;476;g40a1bc150d4_0_10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g40a1bc150d4_0_10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4" name="Google Shape;484;g40a1bc150d4_0_10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40a1bc150d4_0_11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2" name="Google Shape;492;g40a1bc150d4_0_1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1">
  <p:cSld name="BLANK_1_1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title"/>
          </p:nvPr>
        </p:nvSpPr>
        <p:spPr>
          <a:xfrm>
            <a:off x="284850" y="474875"/>
            <a:ext cx="42273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9pPr>
          </a:lstStyle>
          <a:p/>
        </p:txBody>
      </p:sp>
      <p:sp>
        <p:nvSpPr>
          <p:cNvPr id="60" name="Google Shape;60;p14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1" name="Google Shape;61;p14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4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4"/>
          <p:cNvSpPr txBox="1"/>
          <p:nvPr>
            <p:ph idx="1" type="body"/>
          </p:nvPr>
        </p:nvSpPr>
        <p:spPr>
          <a:xfrm>
            <a:off x="4629550" y="3479875"/>
            <a:ext cx="4227300" cy="923400"/>
          </a:xfrm>
          <a:prstGeom prst="rect">
            <a:avLst/>
          </a:prstGeom>
        </p:spPr>
        <p:txBody>
          <a:bodyPr anchorCtr="0" anchor="t" bIns="91425" lIns="182875" spcFirstLastPara="1" rIns="182875" wrap="square" tIns="91425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2">
  <p:cSld name="BLANK_1_1_1_1_2">
    <p:bg>
      <p:bgPr>
        <a:solidFill>
          <a:schemeClr val="accent1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>
            <p:ph type="title"/>
          </p:nvPr>
        </p:nvSpPr>
        <p:spPr>
          <a:xfrm>
            <a:off x="284850" y="285900"/>
            <a:ext cx="64239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66" name="Google Shape;66;p15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/>
            </a:lvl1pPr>
            <a:lvl2pPr lvl="1" algn="r">
              <a:buNone/>
              <a:defRPr/>
            </a:lvl2pPr>
            <a:lvl3pPr lvl="2" algn="r">
              <a:buNone/>
              <a:defRPr/>
            </a:lvl3pPr>
            <a:lvl4pPr lvl="3" algn="r">
              <a:buNone/>
              <a:defRPr/>
            </a:lvl4pPr>
            <a:lvl5pPr lvl="4" algn="r">
              <a:buNone/>
              <a:defRPr/>
            </a:lvl5pPr>
            <a:lvl6pPr lvl="5" algn="r">
              <a:buNone/>
              <a:defRPr/>
            </a:lvl6pPr>
            <a:lvl7pPr lvl="6" algn="r">
              <a:buNone/>
              <a:defRPr/>
            </a:lvl7pPr>
            <a:lvl8pPr lvl="7" algn="r">
              <a:buNone/>
              <a:defRPr/>
            </a:lvl8pPr>
            <a:lvl9pPr lvl="8" algn="r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7" name="Google Shape;67;p15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5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3">
  <p:cSld name="BLANK_1_1_1_1_2_1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6"/>
          <p:cNvSpPr txBox="1"/>
          <p:nvPr>
            <p:ph type="title"/>
          </p:nvPr>
        </p:nvSpPr>
        <p:spPr>
          <a:xfrm>
            <a:off x="284850" y="285900"/>
            <a:ext cx="64239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71" name="Google Shape;71;p16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/>
            </a:lvl1pPr>
            <a:lvl2pPr lvl="1" algn="r">
              <a:buNone/>
              <a:defRPr/>
            </a:lvl2pPr>
            <a:lvl3pPr lvl="2" algn="r">
              <a:buNone/>
              <a:defRPr/>
            </a:lvl3pPr>
            <a:lvl4pPr lvl="3" algn="r">
              <a:buNone/>
              <a:defRPr/>
            </a:lvl4pPr>
            <a:lvl5pPr lvl="4" algn="r">
              <a:buNone/>
              <a:defRPr/>
            </a:lvl5pPr>
            <a:lvl6pPr lvl="5" algn="r">
              <a:buNone/>
              <a:defRPr/>
            </a:lvl6pPr>
            <a:lvl7pPr lvl="6" algn="r">
              <a:buNone/>
              <a:defRPr/>
            </a:lvl7pPr>
            <a:lvl8pPr lvl="7" algn="r">
              <a:buNone/>
              <a:defRPr/>
            </a:lvl8pPr>
            <a:lvl9pPr lvl="8" algn="r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2" name="Google Shape;72;p16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6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4">
  <p:cSld name="BLANK_1_1_1_1_2_1_1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/>
          <p:nvPr>
            <p:ph type="title"/>
          </p:nvPr>
        </p:nvSpPr>
        <p:spPr>
          <a:xfrm>
            <a:off x="284850" y="285900"/>
            <a:ext cx="64239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76" name="Google Shape;76;p17"/>
          <p:cNvCxnSpPr/>
          <p:nvPr/>
        </p:nvCxnSpPr>
        <p:spPr>
          <a:xfrm>
            <a:off x="283850" y="4683734"/>
            <a:ext cx="8573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7" name="Google Shape;77;p17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>
                <a:solidFill>
                  <a:schemeClr val="dk1"/>
                </a:solidFill>
              </a:defRPr>
            </a:lvl1pPr>
            <a:lvl2pPr lvl="1" algn="r">
              <a:buNone/>
              <a:defRPr>
                <a:solidFill>
                  <a:schemeClr val="dk1"/>
                </a:solidFill>
              </a:defRPr>
            </a:lvl2pPr>
            <a:lvl3pPr lvl="2" algn="r">
              <a:buNone/>
              <a:defRPr>
                <a:solidFill>
                  <a:schemeClr val="dk1"/>
                </a:solidFill>
              </a:defRPr>
            </a:lvl3pPr>
            <a:lvl4pPr lvl="3" algn="r">
              <a:buNone/>
              <a:defRPr>
                <a:solidFill>
                  <a:schemeClr val="dk1"/>
                </a:solidFill>
              </a:defRPr>
            </a:lvl4pPr>
            <a:lvl5pPr lvl="4" algn="r">
              <a:buNone/>
              <a:defRPr>
                <a:solidFill>
                  <a:schemeClr val="dk1"/>
                </a:solidFill>
              </a:defRPr>
            </a:lvl5pPr>
            <a:lvl6pPr lvl="5" algn="r">
              <a:buNone/>
              <a:defRPr>
                <a:solidFill>
                  <a:schemeClr val="dk1"/>
                </a:solidFill>
              </a:defRPr>
            </a:lvl6pPr>
            <a:lvl7pPr lvl="6" algn="r">
              <a:buNone/>
              <a:defRPr>
                <a:solidFill>
                  <a:schemeClr val="dk1"/>
                </a:solidFill>
              </a:defRPr>
            </a:lvl7pPr>
            <a:lvl8pPr lvl="7" algn="r">
              <a:buNone/>
              <a:defRPr>
                <a:solidFill>
                  <a:schemeClr val="dk1"/>
                </a:solidFill>
              </a:defRPr>
            </a:lvl8pPr>
            <a:lvl9pPr lvl="8" algn="r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8" name="Google Shape;78;p17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9" name="Google Shape;79;p17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- Alt 1">
  <p:cSld name="BLANK_1_1_1_1_1_1_1">
    <p:bg>
      <p:bgPr>
        <a:solidFill>
          <a:schemeClr val="lt1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1" name="Google Shape;81;p18"/>
          <p:cNvCxnSpPr/>
          <p:nvPr/>
        </p:nvCxnSpPr>
        <p:spPr>
          <a:xfrm>
            <a:off x="283850" y="4683725"/>
            <a:ext cx="8573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2" name="Google Shape;82;p18"/>
          <p:cNvSpPr txBox="1"/>
          <p:nvPr>
            <p:ph type="title"/>
          </p:nvPr>
        </p:nvSpPr>
        <p:spPr>
          <a:xfrm>
            <a:off x="283850" y="230676"/>
            <a:ext cx="6683700" cy="12369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3" name="Google Shape;83;p18"/>
          <p:cNvSpPr txBox="1"/>
          <p:nvPr>
            <p:ph idx="1" type="subTitle"/>
          </p:nvPr>
        </p:nvSpPr>
        <p:spPr>
          <a:xfrm>
            <a:off x="6214200" y="3602000"/>
            <a:ext cx="2386500" cy="80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84" name="Google Shape;84;p18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>
                <a:solidFill>
                  <a:schemeClr val="dk1"/>
                </a:solidFill>
              </a:defRPr>
            </a:lvl1pPr>
            <a:lvl2pPr lvl="1" algn="r">
              <a:buNone/>
              <a:defRPr>
                <a:solidFill>
                  <a:schemeClr val="dk1"/>
                </a:solidFill>
              </a:defRPr>
            </a:lvl2pPr>
            <a:lvl3pPr lvl="2" algn="r">
              <a:buNone/>
              <a:defRPr>
                <a:solidFill>
                  <a:schemeClr val="dk1"/>
                </a:solidFill>
              </a:defRPr>
            </a:lvl3pPr>
            <a:lvl4pPr lvl="3" algn="r">
              <a:buNone/>
              <a:defRPr>
                <a:solidFill>
                  <a:schemeClr val="dk1"/>
                </a:solidFill>
              </a:defRPr>
            </a:lvl4pPr>
            <a:lvl5pPr lvl="4" algn="r">
              <a:buNone/>
              <a:defRPr>
                <a:solidFill>
                  <a:schemeClr val="dk1"/>
                </a:solidFill>
              </a:defRPr>
            </a:lvl5pPr>
            <a:lvl6pPr lvl="5" algn="r">
              <a:buNone/>
              <a:defRPr>
                <a:solidFill>
                  <a:schemeClr val="dk1"/>
                </a:solidFill>
              </a:defRPr>
            </a:lvl6pPr>
            <a:lvl7pPr lvl="6" algn="r">
              <a:buNone/>
              <a:defRPr>
                <a:solidFill>
                  <a:schemeClr val="dk1"/>
                </a:solidFill>
              </a:defRPr>
            </a:lvl7pPr>
            <a:lvl8pPr lvl="7" algn="r">
              <a:buNone/>
              <a:defRPr>
                <a:solidFill>
                  <a:schemeClr val="dk1"/>
                </a:solidFill>
              </a:defRPr>
            </a:lvl8pPr>
            <a:lvl9pPr lvl="8" algn="r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5" name="Google Shape;85;p18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6" name="Google Shape;86;p18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7" name="Google Shape;87;p18"/>
          <p:cNvSpPr/>
          <p:nvPr>
            <p:ph idx="4" type="pic"/>
          </p:nvPr>
        </p:nvSpPr>
        <p:spPr>
          <a:xfrm>
            <a:off x="4629750" y="3386700"/>
            <a:ext cx="1328400" cy="1290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- Alt 3">
  <p:cSld name="BLANK_3_1">
    <p:bg>
      <p:bgPr>
        <a:solidFill>
          <a:schemeClr val="accent3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9"/>
          <p:cNvSpPr/>
          <p:nvPr/>
        </p:nvSpPr>
        <p:spPr>
          <a:xfrm>
            <a:off x="3186050" y="288625"/>
            <a:ext cx="5670900" cy="2929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0" name="Google Shape;90;p19"/>
          <p:cNvSpPr/>
          <p:nvPr/>
        </p:nvSpPr>
        <p:spPr>
          <a:xfrm>
            <a:off x="3499026" y="558338"/>
            <a:ext cx="5044948" cy="2389773"/>
          </a:xfrm>
          <a:custGeom>
            <a:rect b="b" l="l" r="r" t="t"/>
            <a:pathLst>
              <a:path extrusionOk="0" h="22601" w="47712">
                <a:moveTo>
                  <a:pt x="36474" y="1"/>
                </a:moveTo>
                <a:lnTo>
                  <a:pt x="32896" y="3516"/>
                </a:lnTo>
                <a:lnTo>
                  <a:pt x="38106" y="8789"/>
                </a:lnTo>
                <a:lnTo>
                  <a:pt x="1" y="8789"/>
                </a:lnTo>
                <a:lnTo>
                  <a:pt x="1" y="13812"/>
                </a:lnTo>
                <a:lnTo>
                  <a:pt x="38106" y="13812"/>
                </a:lnTo>
                <a:lnTo>
                  <a:pt x="32833" y="19085"/>
                </a:lnTo>
                <a:lnTo>
                  <a:pt x="36411" y="22600"/>
                </a:lnTo>
                <a:lnTo>
                  <a:pt x="47711" y="11300"/>
                </a:lnTo>
                <a:lnTo>
                  <a:pt x="36474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1" name="Google Shape;91;p19"/>
          <p:cNvSpPr txBox="1"/>
          <p:nvPr>
            <p:ph type="title"/>
          </p:nvPr>
        </p:nvSpPr>
        <p:spPr>
          <a:xfrm>
            <a:off x="283850" y="474875"/>
            <a:ext cx="2773200" cy="15852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rm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2" name="Google Shape;92;p19"/>
          <p:cNvSpPr txBox="1"/>
          <p:nvPr>
            <p:ph idx="1" type="subTitle"/>
          </p:nvPr>
        </p:nvSpPr>
        <p:spPr>
          <a:xfrm>
            <a:off x="284850" y="3602000"/>
            <a:ext cx="2773200" cy="80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93" name="Google Shape;93;p19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>
                <a:solidFill>
                  <a:schemeClr val="dk1"/>
                </a:solidFill>
              </a:defRPr>
            </a:lvl1pPr>
            <a:lvl2pPr lvl="1" algn="r">
              <a:buNone/>
              <a:defRPr>
                <a:solidFill>
                  <a:schemeClr val="dk1"/>
                </a:solidFill>
              </a:defRPr>
            </a:lvl2pPr>
            <a:lvl3pPr lvl="2" algn="r">
              <a:buNone/>
              <a:defRPr>
                <a:solidFill>
                  <a:schemeClr val="dk1"/>
                </a:solidFill>
              </a:defRPr>
            </a:lvl3pPr>
            <a:lvl4pPr lvl="3" algn="r">
              <a:buNone/>
              <a:defRPr>
                <a:solidFill>
                  <a:schemeClr val="dk1"/>
                </a:solidFill>
              </a:defRPr>
            </a:lvl4pPr>
            <a:lvl5pPr lvl="4" algn="r">
              <a:buNone/>
              <a:defRPr>
                <a:solidFill>
                  <a:schemeClr val="dk1"/>
                </a:solidFill>
              </a:defRPr>
            </a:lvl5pPr>
            <a:lvl6pPr lvl="5" algn="r">
              <a:buNone/>
              <a:defRPr>
                <a:solidFill>
                  <a:schemeClr val="dk1"/>
                </a:solidFill>
              </a:defRPr>
            </a:lvl6pPr>
            <a:lvl7pPr lvl="6" algn="r">
              <a:buNone/>
              <a:defRPr>
                <a:solidFill>
                  <a:schemeClr val="dk1"/>
                </a:solidFill>
              </a:defRPr>
            </a:lvl7pPr>
            <a:lvl8pPr lvl="7" algn="r">
              <a:buNone/>
              <a:defRPr>
                <a:solidFill>
                  <a:schemeClr val="dk1"/>
                </a:solidFill>
              </a:defRPr>
            </a:lvl8pPr>
            <a:lvl9pPr lvl="8" algn="r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4" name="Google Shape;94;p19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5" name="Google Shape;95;p19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- Alt 4">
  <p:cSld name="BLANK_3_1_1">
    <p:bg>
      <p:bgPr>
        <a:solidFill>
          <a:schemeClr val="accent1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0"/>
          <p:cNvSpPr txBox="1"/>
          <p:nvPr>
            <p:ph type="title"/>
          </p:nvPr>
        </p:nvSpPr>
        <p:spPr>
          <a:xfrm>
            <a:off x="283850" y="474875"/>
            <a:ext cx="2773200" cy="15852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rm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9pPr>
          </a:lstStyle>
          <a:p/>
        </p:txBody>
      </p:sp>
      <p:sp>
        <p:nvSpPr>
          <p:cNvPr id="98" name="Google Shape;98;p20"/>
          <p:cNvSpPr txBox="1"/>
          <p:nvPr>
            <p:ph idx="1" type="subTitle"/>
          </p:nvPr>
        </p:nvSpPr>
        <p:spPr>
          <a:xfrm>
            <a:off x="284850" y="3602000"/>
            <a:ext cx="2773200" cy="80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99" name="Google Shape;99;p20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0" name="Google Shape;100;p20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20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20"/>
          <p:cNvSpPr/>
          <p:nvPr>
            <p:ph idx="4" type="pic"/>
          </p:nvPr>
        </p:nvSpPr>
        <p:spPr>
          <a:xfrm>
            <a:off x="3185700" y="291263"/>
            <a:ext cx="5671200" cy="43878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- Alt 2">
  <p:cSld name="BLANK_1_1_1_1_1_1_1_1_1_1_2">
    <p:bg>
      <p:bgPr>
        <a:solidFill>
          <a:schemeClr val="lt1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1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5" name="Google Shape;105;p21"/>
          <p:cNvSpPr txBox="1"/>
          <p:nvPr>
            <p:ph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6" name="Google Shape;106;p21"/>
          <p:cNvSpPr txBox="1"/>
          <p:nvPr>
            <p:ph idx="2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5">
  <p:cSld name="BLANK_1_1_1_1_1_1_1_1_1_1_1_2_1">
    <p:bg>
      <p:bgPr>
        <a:solidFill>
          <a:schemeClr val="lt1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2"/>
          <p:cNvSpPr txBox="1"/>
          <p:nvPr>
            <p:ph type="title"/>
          </p:nvPr>
        </p:nvSpPr>
        <p:spPr>
          <a:xfrm>
            <a:off x="283850" y="285900"/>
            <a:ext cx="4227600" cy="309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9" name="Google Shape;109;p22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>
                <a:solidFill>
                  <a:schemeClr val="dk1"/>
                </a:solidFill>
              </a:defRPr>
            </a:lvl1pPr>
            <a:lvl2pPr lvl="1" algn="r">
              <a:buNone/>
              <a:defRPr>
                <a:solidFill>
                  <a:schemeClr val="dk1"/>
                </a:solidFill>
              </a:defRPr>
            </a:lvl2pPr>
            <a:lvl3pPr lvl="2" algn="r">
              <a:buNone/>
              <a:defRPr>
                <a:solidFill>
                  <a:schemeClr val="dk1"/>
                </a:solidFill>
              </a:defRPr>
            </a:lvl3pPr>
            <a:lvl4pPr lvl="3" algn="r">
              <a:buNone/>
              <a:defRPr>
                <a:solidFill>
                  <a:schemeClr val="dk1"/>
                </a:solidFill>
              </a:defRPr>
            </a:lvl4pPr>
            <a:lvl5pPr lvl="4" algn="r">
              <a:buNone/>
              <a:defRPr>
                <a:solidFill>
                  <a:schemeClr val="dk1"/>
                </a:solidFill>
              </a:defRPr>
            </a:lvl5pPr>
            <a:lvl6pPr lvl="5" algn="r">
              <a:buNone/>
              <a:defRPr>
                <a:solidFill>
                  <a:schemeClr val="dk1"/>
                </a:solidFill>
              </a:defRPr>
            </a:lvl6pPr>
            <a:lvl7pPr lvl="6" algn="r">
              <a:buNone/>
              <a:defRPr>
                <a:solidFill>
                  <a:schemeClr val="dk1"/>
                </a:solidFill>
              </a:defRPr>
            </a:lvl7pPr>
            <a:lvl8pPr lvl="7" algn="r">
              <a:buNone/>
              <a:defRPr>
                <a:solidFill>
                  <a:schemeClr val="dk1"/>
                </a:solidFill>
              </a:defRPr>
            </a:lvl8pPr>
            <a:lvl9pPr lvl="8" algn="r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0" name="Google Shape;110;p22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1" name="Google Shape;111;p22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2" name="Google Shape;112;p22"/>
          <p:cNvSpPr txBox="1"/>
          <p:nvPr>
            <p:ph idx="1" type="subTitle"/>
          </p:nvPr>
        </p:nvSpPr>
        <p:spPr>
          <a:xfrm>
            <a:off x="1125100" y="2345400"/>
            <a:ext cx="55593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13" name="Google Shape;113;p22"/>
          <p:cNvSpPr txBox="1"/>
          <p:nvPr>
            <p:ph idx="4" type="subTitle"/>
          </p:nvPr>
        </p:nvSpPr>
        <p:spPr>
          <a:xfrm flipH="1">
            <a:off x="6801950" y="2345400"/>
            <a:ext cx="20550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14" name="Google Shape;114;p22"/>
          <p:cNvSpPr txBox="1"/>
          <p:nvPr>
            <p:ph idx="5" type="subTitle"/>
          </p:nvPr>
        </p:nvSpPr>
        <p:spPr>
          <a:xfrm>
            <a:off x="1125100" y="1555600"/>
            <a:ext cx="55593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15" name="Google Shape;115;p22"/>
          <p:cNvSpPr txBox="1"/>
          <p:nvPr>
            <p:ph idx="6" type="subTitle"/>
          </p:nvPr>
        </p:nvSpPr>
        <p:spPr>
          <a:xfrm flipH="1">
            <a:off x="6801950" y="1555600"/>
            <a:ext cx="20550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16" name="Google Shape;116;p22"/>
          <p:cNvSpPr txBox="1"/>
          <p:nvPr>
            <p:ph idx="7" type="subTitle"/>
          </p:nvPr>
        </p:nvSpPr>
        <p:spPr>
          <a:xfrm>
            <a:off x="1125100" y="3123163"/>
            <a:ext cx="55593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17" name="Google Shape;117;p22"/>
          <p:cNvSpPr txBox="1"/>
          <p:nvPr>
            <p:ph idx="8" type="subTitle"/>
          </p:nvPr>
        </p:nvSpPr>
        <p:spPr>
          <a:xfrm flipH="1">
            <a:off x="6801950" y="3123163"/>
            <a:ext cx="20550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18" name="Google Shape;118;p22"/>
          <p:cNvSpPr txBox="1"/>
          <p:nvPr>
            <p:ph idx="9" type="subTitle"/>
          </p:nvPr>
        </p:nvSpPr>
        <p:spPr>
          <a:xfrm>
            <a:off x="1125100" y="3902913"/>
            <a:ext cx="55593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19" name="Google Shape;119;p22"/>
          <p:cNvSpPr txBox="1"/>
          <p:nvPr>
            <p:ph idx="13" type="subTitle"/>
          </p:nvPr>
        </p:nvSpPr>
        <p:spPr>
          <a:xfrm flipH="1">
            <a:off x="6801950" y="3902913"/>
            <a:ext cx="20550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3">
  <p:cSld name="CUSTOM_1">
    <p:bg>
      <p:bgPr>
        <a:solidFill>
          <a:schemeClr val="lt1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3"/>
          <p:cNvSpPr/>
          <p:nvPr>
            <p:ph idx="2" type="pic"/>
          </p:nvPr>
        </p:nvSpPr>
        <p:spPr>
          <a:xfrm>
            <a:off x="283850" y="2178075"/>
            <a:ext cx="4227600" cy="2505600"/>
          </a:xfrm>
          <a:prstGeom prst="rect">
            <a:avLst/>
          </a:prstGeom>
          <a:noFill/>
          <a:ln>
            <a:noFill/>
          </a:ln>
        </p:spPr>
      </p:sp>
      <p:sp>
        <p:nvSpPr>
          <p:cNvPr id="122" name="Google Shape;122;p23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3" name="Google Shape;123;p23"/>
          <p:cNvSpPr txBox="1"/>
          <p:nvPr>
            <p:ph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4" name="Google Shape;124;p23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5" name="Google Shape;125;p23"/>
          <p:cNvSpPr txBox="1"/>
          <p:nvPr>
            <p:ph idx="4" type="title"/>
          </p:nvPr>
        </p:nvSpPr>
        <p:spPr>
          <a:xfrm>
            <a:off x="283850" y="285900"/>
            <a:ext cx="56742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6" name="Google Shape;126;p23"/>
          <p:cNvSpPr txBox="1"/>
          <p:nvPr>
            <p:ph idx="1" type="body"/>
          </p:nvPr>
        </p:nvSpPr>
        <p:spPr>
          <a:xfrm>
            <a:off x="4629300" y="2636275"/>
            <a:ext cx="4227600" cy="204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7" name="Google Shape;127;p23"/>
          <p:cNvSpPr/>
          <p:nvPr/>
        </p:nvSpPr>
        <p:spPr>
          <a:xfrm rot="10800000">
            <a:off x="8020323" y="286810"/>
            <a:ext cx="836528" cy="836365"/>
          </a:xfrm>
          <a:custGeom>
            <a:rect b="b" l="l" r="r" t="t"/>
            <a:pathLst>
              <a:path extrusionOk="0" h="32645" w="32645">
                <a:moveTo>
                  <a:pt x="2512" y="0"/>
                </a:moveTo>
                <a:lnTo>
                  <a:pt x="2512" y="5023"/>
                </a:lnTo>
                <a:lnTo>
                  <a:pt x="24107" y="5023"/>
                </a:lnTo>
                <a:lnTo>
                  <a:pt x="1" y="29129"/>
                </a:lnTo>
                <a:lnTo>
                  <a:pt x="3516" y="32644"/>
                </a:lnTo>
                <a:lnTo>
                  <a:pt x="27623" y="8538"/>
                </a:lnTo>
                <a:lnTo>
                  <a:pt x="27623" y="30133"/>
                </a:lnTo>
                <a:lnTo>
                  <a:pt x="32645" y="30133"/>
                </a:lnTo>
                <a:lnTo>
                  <a:pt x="32645" y="0"/>
                </a:lnTo>
                <a:close/>
              </a:path>
            </a:pathLst>
          </a:cu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4">
  <p:cSld name="BLANK_1_1_1_1_1_1_1_1_1_1_1_1_3">
    <p:bg>
      <p:bgPr>
        <a:solidFill>
          <a:schemeClr val="lt1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4"/>
          <p:cNvSpPr/>
          <p:nvPr>
            <p:ph idx="2" type="pic"/>
          </p:nvPr>
        </p:nvSpPr>
        <p:spPr>
          <a:xfrm>
            <a:off x="4629750" y="0"/>
            <a:ext cx="4227000" cy="46836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sp>
      <p:sp>
        <p:nvSpPr>
          <p:cNvPr id="130" name="Google Shape;130;p24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1" name="Google Shape;131;p24"/>
          <p:cNvSpPr txBox="1"/>
          <p:nvPr>
            <p:ph type="title"/>
          </p:nvPr>
        </p:nvSpPr>
        <p:spPr>
          <a:xfrm>
            <a:off x="283850" y="285900"/>
            <a:ext cx="42276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32" name="Google Shape;132;p24"/>
          <p:cNvSpPr txBox="1"/>
          <p:nvPr>
            <p:ph idx="1" type="body"/>
          </p:nvPr>
        </p:nvSpPr>
        <p:spPr>
          <a:xfrm>
            <a:off x="763175" y="2599225"/>
            <a:ext cx="3748800" cy="208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33" name="Google Shape;133;p24"/>
          <p:cNvSpPr txBox="1"/>
          <p:nvPr>
            <p:ph idx="3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34" name="Google Shape;134;p24"/>
          <p:cNvSpPr txBox="1"/>
          <p:nvPr>
            <p:ph idx="4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5">
  <p:cSld name="BLANK_1_1_1_1_1_1_1_1_1_1_1_1_3_1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5"/>
          <p:cNvSpPr/>
          <p:nvPr>
            <p:ph idx="2" type="pic"/>
          </p:nvPr>
        </p:nvSpPr>
        <p:spPr>
          <a:xfrm>
            <a:off x="270275" y="3132475"/>
            <a:ext cx="2770500" cy="15510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sp>
      <p:sp>
        <p:nvSpPr>
          <p:cNvPr id="137" name="Google Shape;137;p25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8" name="Google Shape;138;p25"/>
          <p:cNvSpPr txBox="1"/>
          <p:nvPr>
            <p:ph type="title"/>
          </p:nvPr>
        </p:nvSpPr>
        <p:spPr>
          <a:xfrm>
            <a:off x="283850" y="285900"/>
            <a:ext cx="64008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39" name="Google Shape;139;p25"/>
          <p:cNvSpPr txBox="1"/>
          <p:nvPr>
            <p:ph idx="1" type="body"/>
          </p:nvPr>
        </p:nvSpPr>
        <p:spPr>
          <a:xfrm>
            <a:off x="6086325" y="2599225"/>
            <a:ext cx="2770500" cy="208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0" name="Google Shape;140;p25"/>
          <p:cNvSpPr txBox="1"/>
          <p:nvPr>
            <p:ph idx="3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1" name="Google Shape;141;p25"/>
          <p:cNvSpPr txBox="1"/>
          <p:nvPr>
            <p:ph idx="4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2" name="Google Shape;142;p25"/>
          <p:cNvSpPr txBox="1"/>
          <p:nvPr>
            <p:ph idx="5" type="body"/>
          </p:nvPr>
        </p:nvSpPr>
        <p:spPr>
          <a:xfrm>
            <a:off x="3185700" y="2599225"/>
            <a:ext cx="2770500" cy="208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7">
  <p:cSld name="BLANK_1_1_1_1_1_1_1_1_1_1_1_1_2_1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6"/>
          <p:cNvSpPr txBox="1"/>
          <p:nvPr>
            <p:ph type="title"/>
          </p:nvPr>
        </p:nvSpPr>
        <p:spPr>
          <a:xfrm>
            <a:off x="4782150" y="285900"/>
            <a:ext cx="40749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5" name="Google Shape;145;p26"/>
          <p:cNvSpPr txBox="1"/>
          <p:nvPr>
            <p:ph idx="1" type="body"/>
          </p:nvPr>
        </p:nvSpPr>
        <p:spPr>
          <a:xfrm>
            <a:off x="6086325" y="2636275"/>
            <a:ext cx="2770800" cy="204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6" name="Google Shape;146;p26"/>
          <p:cNvSpPr txBox="1"/>
          <p:nvPr>
            <p:ph idx="2" type="body"/>
          </p:nvPr>
        </p:nvSpPr>
        <p:spPr>
          <a:xfrm>
            <a:off x="4782375" y="2636275"/>
            <a:ext cx="1175700" cy="204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7" name="Google Shape;147;p26"/>
          <p:cNvSpPr/>
          <p:nvPr>
            <p:ph idx="3" type="pic"/>
          </p:nvPr>
        </p:nvSpPr>
        <p:spPr>
          <a:xfrm>
            <a:off x="283850" y="0"/>
            <a:ext cx="4227000" cy="46836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sp>
      <p:sp>
        <p:nvSpPr>
          <p:cNvPr id="148" name="Google Shape;148;p26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9" name="Google Shape;149;p26"/>
          <p:cNvSpPr txBox="1"/>
          <p:nvPr>
            <p:ph idx="4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0" name="Google Shape;150;p26"/>
          <p:cNvSpPr txBox="1"/>
          <p:nvPr>
            <p:ph idx="5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2">
  <p:cSld name="BLANK_1_1_1_1_1_1_1_1_1_1_1_1_3_1_2">
    <p:bg>
      <p:bgPr>
        <a:solidFill>
          <a:schemeClr val="lt1"/>
        </a:solidFill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7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3" name="Google Shape;153;p27"/>
          <p:cNvSpPr txBox="1"/>
          <p:nvPr>
            <p:ph type="title"/>
          </p:nvPr>
        </p:nvSpPr>
        <p:spPr>
          <a:xfrm>
            <a:off x="283850" y="285900"/>
            <a:ext cx="4227300" cy="751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4" name="Google Shape;154;p27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5" name="Google Shape;155;p27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6" name="Google Shape;156;p27"/>
          <p:cNvSpPr txBox="1"/>
          <p:nvPr>
            <p:ph idx="1" type="body"/>
          </p:nvPr>
        </p:nvSpPr>
        <p:spPr>
          <a:xfrm>
            <a:off x="4632000" y="285900"/>
            <a:ext cx="42273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7" name="Google Shape;157;p27"/>
          <p:cNvSpPr txBox="1"/>
          <p:nvPr>
            <p:ph idx="4" type="subTitle"/>
          </p:nvPr>
        </p:nvSpPr>
        <p:spPr>
          <a:xfrm>
            <a:off x="288625" y="1922875"/>
            <a:ext cx="2050800" cy="537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58" name="Google Shape;158;p27"/>
          <p:cNvSpPr txBox="1"/>
          <p:nvPr>
            <p:ph idx="5" type="body"/>
          </p:nvPr>
        </p:nvSpPr>
        <p:spPr>
          <a:xfrm>
            <a:off x="288625" y="2891825"/>
            <a:ext cx="2050800" cy="150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9" name="Google Shape;159;p27"/>
          <p:cNvSpPr txBox="1"/>
          <p:nvPr>
            <p:ph idx="6" type="subTitle"/>
          </p:nvPr>
        </p:nvSpPr>
        <p:spPr>
          <a:xfrm>
            <a:off x="2456700" y="1922875"/>
            <a:ext cx="2050800" cy="537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60" name="Google Shape;160;p27"/>
          <p:cNvSpPr txBox="1"/>
          <p:nvPr>
            <p:ph idx="7" type="body"/>
          </p:nvPr>
        </p:nvSpPr>
        <p:spPr>
          <a:xfrm>
            <a:off x="2456700" y="2891825"/>
            <a:ext cx="2050800" cy="150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1" name="Google Shape;161;p27"/>
          <p:cNvSpPr txBox="1"/>
          <p:nvPr>
            <p:ph idx="8" type="subTitle"/>
          </p:nvPr>
        </p:nvSpPr>
        <p:spPr>
          <a:xfrm>
            <a:off x="4629375" y="1922875"/>
            <a:ext cx="2050800" cy="537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62" name="Google Shape;162;p27"/>
          <p:cNvSpPr txBox="1"/>
          <p:nvPr>
            <p:ph idx="9" type="body"/>
          </p:nvPr>
        </p:nvSpPr>
        <p:spPr>
          <a:xfrm>
            <a:off x="4629375" y="2891825"/>
            <a:ext cx="2050800" cy="150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3" name="Google Shape;163;p27"/>
          <p:cNvSpPr txBox="1"/>
          <p:nvPr>
            <p:ph idx="13" type="subTitle"/>
          </p:nvPr>
        </p:nvSpPr>
        <p:spPr>
          <a:xfrm>
            <a:off x="6802050" y="1922875"/>
            <a:ext cx="2050800" cy="537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64" name="Google Shape;164;p27"/>
          <p:cNvSpPr txBox="1"/>
          <p:nvPr>
            <p:ph idx="14" type="body"/>
          </p:nvPr>
        </p:nvSpPr>
        <p:spPr>
          <a:xfrm>
            <a:off x="6802050" y="2891825"/>
            <a:ext cx="2050800" cy="150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5">
  <p:cSld name="BLANK_1_1_1_1_1_1_1_1_1_1_1_1_1_2_1_2_1">
    <p:bg>
      <p:bgPr>
        <a:solidFill>
          <a:schemeClr val="lt1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8"/>
          <p:cNvSpPr txBox="1"/>
          <p:nvPr>
            <p:ph idx="1" type="subTitle"/>
          </p:nvPr>
        </p:nvSpPr>
        <p:spPr>
          <a:xfrm>
            <a:off x="288625" y="2636275"/>
            <a:ext cx="10050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67" name="Google Shape;167;p28"/>
          <p:cNvSpPr txBox="1"/>
          <p:nvPr>
            <p:ph idx="2" type="subTitle"/>
          </p:nvPr>
        </p:nvSpPr>
        <p:spPr>
          <a:xfrm>
            <a:off x="288625" y="3716975"/>
            <a:ext cx="10050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68" name="Google Shape;168;p28"/>
          <p:cNvSpPr txBox="1"/>
          <p:nvPr>
            <p:ph idx="3" type="subTitle"/>
          </p:nvPr>
        </p:nvSpPr>
        <p:spPr>
          <a:xfrm>
            <a:off x="288625" y="1555575"/>
            <a:ext cx="10050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69" name="Google Shape;169;p28"/>
          <p:cNvSpPr txBox="1"/>
          <p:nvPr>
            <p:ph idx="4" type="body"/>
          </p:nvPr>
        </p:nvSpPr>
        <p:spPr>
          <a:xfrm>
            <a:off x="6091950" y="2635425"/>
            <a:ext cx="27648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0" name="Google Shape;170;p28"/>
          <p:cNvSpPr txBox="1"/>
          <p:nvPr>
            <p:ph idx="5" type="body"/>
          </p:nvPr>
        </p:nvSpPr>
        <p:spPr>
          <a:xfrm>
            <a:off x="6091950" y="3706763"/>
            <a:ext cx="27648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1" name="Google Shape;171;p28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2" name="Google Shape;172;p28"/>
          <p:cNvSpPr txBox="1"/>
          <p:nvPr>
            <p:ph type="title"/>
          </p:nvPr>
        </p:nvSpPr>
        <p:spPr>
          <a:xfrm>
            <a:off x="283850" y="285900"/>
            <a:ext cx="56742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3" name="Google Shape;173;p28"/>
          <p:cNvSpPr txBox="1"/>
          <p:nvPr>
            <p:ph idx="6" type="body"/>
          </p:nvPr>
        </p:nvSpPr>
        <p:spPr>
          <a:xfrm>
            <a:off x="6091950" y="1553875"/>
            <a:ext cx="27648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4" name="Google Shape;174;p28"/>
          <p:cNvSpPr txBox="1"/>
          <p:nvPr>
            <p:ph idx="7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5" name="Google Shape;175;p28"/>
          <p:cNvSpPr txBox="1"/>
          <p:nvPr>
            <p:ph idx="8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6" name="Google Shape;176;p28"/>
          <p:cNvSpPr txBox="1"/>
          <p:nvPr>
            <p:ph idx="9" type="subTitle"/>
          </p:nvPr>
        </p:nvSpPr>
        <p:spPr>
          <a:xfrm>
            <a:off x="1648600" y="2636275"/>
            <a:ext cx="40959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77" name="Google Shape;177;p28"/>
          <p:cNvSpPr txBox="1"/>
          <p:nvPr>
            <p:ph idx="13" type="subTitle"/>
          </p:nvPr>
        </p:nvSpPr>
        <p:spPr>
          <a:xfrm>
            <a:off x="1648600" y="1552438"/>
            <a:ext cx="40959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78" name="Google Shape;178;p28"/>
          <p:cNvSpPr txBox="1"/>
          <p:nvPr>
            <p:ph idx="14" type="subTitle"/>
          </p:nvPr>
        </p:nvSpPr>
        <p:spPr>
          <a:xfrm>
            <a:off x="1648600" y="3707613"/>
            <a:ext cx="40959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6">
  <p:cSld name="BLANK_1_1_1_1_1_1_1_1_1_1_1_1_1_2_1_2_1_1">
    <p:bg>
      <p:bgPr>
        <a:solidFill>
          <a:schemeClr val="lt1"/>
        </a:solidFill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9"/>
          <p:cNvSpPr txBox="1"/>
          <p:nvPr>
            <p:ph idx="1" type="subTitle"/>
          </p:nvPr>
        </p:nvSpPr>
        <p:spPr>
          <a:xfrm>
            <a:off x="3185700" y="3716975"/>
            <a:ext cx="10050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81" name="Google Shape;181;p29"/>
          <p:cNvSpPr txBox="1"/>
          <p:nvPr>
            <p:ph idx="2" type="subTitle"/>
          </p:nvPr>
        </p:nvSpPr>
        <p:spPr>
          <a:xfrm>
            <a:off x="1736388" y="2636275"/>
            <a:ext cx="10050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82" name="Google Shape;182;p29"/>
          <p:cNvSpPr txBox="1"/>
          <p:nvPr>
            <p:ph idx="3" type="subTitle"/>
          </p:nvPr>
        </p:nvSpPr>
        <p:spPr>
          <a:xfrm>
            <a:off x="288625" y="1555575"/>
            <a:ext cx="10050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83" name="Google Shape;183;p29"/>
          <p:cNvSpPr txBox="1"/>
          <p:nvPr>
            <p:ph idx="4" type="body"/>
          </p:nvPr>
        </p:nvSpPr>
        <p:spPr>
          <a:xfrm>
            <a:off x="3187500" y="2635425"/>
            <a:ext cx="42270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1pPr>
            <a:lvl2pPr indent="-3048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2pPr>
            <a:lvl3pPr indent="-3048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3pPr>
            <a:lvl4pPr indent="-3048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4pPr>
            <a:lvl5pPr indent="-3048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5pPr>
            <a:lvl6pPr indent="-3048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6pPr>
            <a:lvl7pPr indent="-3048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7pPr>
            <a:lvl8pPr indent="-3048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8pPr>
            <a:lvl9pPr indent="-3048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4" name="Google Shape;184;p29"/>
          <p:cNvSpPr txBox="1"/>
          <p:nvPr>
            <p:ph idx="5" type="body"/>
          </p:nvPr>
        </p:nvSpPr>
        <p:spPr>
          <a:xfrm>
            <a:off x="4629750" y="3706771"/>
            <a:ext cx="42270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5" name="Google Shape;185;p29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6" name="Google Shape;186;p29"/>
          <p:cNvSpPr txBox="1"/>
          <p:nvPr>
            <p:ph type="title"/>
          </p:nvPr>
        </p:nvSpPr>
        <p:spPr>
          <a:xfrm>
            <a:off x="283850" y="285900"/>
            <a:ext cx="56742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7" name="Google Shape;187;p29"/>
          <p:cNvSpPr txBox="1"/>
          <p:nvPr>
            <p:ph idx="6" type="body"/>
          </p:nvPr>
        </p:nvSpPr>
        <p:spPr>
          <a:xfrm>
            <a:off x="1736400" y="1553875"/>
            <a:ext cx="42270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8" name="Google Shape;188;p29"/>
          <p:cNvSpPr txBox="1"/>
          <p:nvPr>
            <p:ph idx="7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9" name="Google Shape;189;p29"/>
          <p:cNvSpPr txBox="1"/>
          <p:nvPr>
            <p:ph idx="8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8">
  <p:cSld name="BLANK_1_1_1_1_1_1_1_1_1_1_1_1_1_2_1_1_1"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0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2" name="Google Shape;192;p30"/>
          <p:cNvSpPr txBox="1"/>
          <p:nvPr>
            <p:ph type="title"/>
          </p:nvPr>
        </p:nvSpPr>
        <p:spPr>
          <a:xfrm>
            <a:off x="283850" y="285900"/>
            <a:ext cx="5674200" cy="2235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193" name="Google Shape;193;p30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4" name="Google Shape;194;p30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5" name="Google Shape;195;p30"/>
          <p:cNvSpPr txBox="1"/>
          <p:nvPr>
            <p:ph idx="1" type="body"/>
          </p:nvPr>
        </p:nvSpPr>
        <p:spPr>
          <a:xfrm>
            <a:off x="2456850" y="3716975"/>
            <a:ext cx="2055000" cy="72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196" name="Google Shape;196;p30"/>
          <p:cNvSpPr txBox="1"/>
          <p:nvPr>
            <p:ph idx="4" type="body"/>
          </p:nvPr>
        </p:nvSpPr>
        <p:spPr>
          <a:xfrm>
            <a:off x="4629750" y="3716975"/>
            <a:ext cx="2055000" cy="72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197" name="Google Shape;197;p30"/>
          <p:cNvSpPr txBox="1"/>
          <p:nvPr>
            <p:ph idx="5" type="body"/>
          </p:nvPr>
        </p:nvSpPr>
        <p:spPr>
          <a:xfrm>
            <a:off x="6802050" y="3716975"/>
            <a:ext cx="2054700" cy="72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9">
  <p:cSld name="BLANK_1_1_1_1_1_1_1_1_1_1_1_1_1_2_1_1_2"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1"/>
          <p:cNvSpPr txBox="1"/>
          <p:nvPr>
            <p:ph idx="1" type="body"/>
          </p:nvPr>
        </p:nvSpPr>
        <p:spPr>
          <a:xfrm>
            <a:off x="6091950" y="1553875"/>
            <a:ext cx="27648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200" name="Google Shape;200;p31"/>
          <p:cNvSpPr txBox="1"/>
          <p:nvPr>
            <p:ph idx="2" type="body"/>
          </p:nvPr>
        </p:nvSpPr>
        <p:spPr>
          <a:xfrm>
            <a:off x="6091950" y="2635425"/>
            <a:ext cx="27648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201" name="Google Shape;201;p31"/>
          <p:cNvSpPr txBox="1"/>
          <p:nvPr>
            <p:ph idx="3" type="body"/>
          </p:nvPr>
        </p:nvSpPr>
        <p:spPr>
          <a:xfrm>
            <a:off x="6091950" y="3706763"/>
            <a:ext cx="27648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202" name="Google Shape;202;p31"/>
          <p:cNvSpPr txBox="1"/>
          <p:nvPr>
            <p:ph type="title"/>
          </p:nvPr>
        </p:nvSpPr>
        <p:spPr>
          <a:xfrm>
            <a:off x="283850" y="285900"/>
            <a:ext cx="42276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  <p:sp>
        <p:nvSpPr>
          <p:cNvPr id="203" name="Google Shape;203;p31"/>
          <p:cNvSpPr txBox="1"/>
          <p:nvPr>
            <p:ph idx="4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4" name="Google Shape;204;p31"/>
          <p:cNvSpPr txBox="1"/>
          <p:nvPr>
            <p:ph idx="5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5" name="Google Shape;205;p31"/>
          <p:cNvSpPr txBox="1"/>
          <p:nvPr>
            <p:ph idx="6" type="subTitle"/>
          </p:nvPr>
        </p:nvSpPr>
        <p:spPr>
          <a:xfrm>
            <a:off x="288625" y="1555575"/>
            <a:ext cx="45096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06" name="Google Shape;206;p31"/>
          <p:cNvSpPr txBox="1"/>
          <p:nvPr>
            <p:ph idx="7" type="subTitle"/>
          </p:nvPr>
        </p:nvSpPr>
        <p:spPr>
          <a:xfrm>
            <a:off x="288625" y="2636275"/>
            <a:ext cx="45096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07" name="Google Shape;207;p31"/>
          <p:cNvSpPr txBox="1"/>
          <p:nvPr>
            <p:ph idx="8" type="subTitle"/>
          </p:nvPr>
        </p:nvSpPr>
        <p:spPr>
          <a:xfrm>
            <a:off x="288625" y="3716975"/>
            <a:ext cx="45096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08" name="Google Shape;208;p31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10">
  <p:cSld name="BLANK_1_1_1_1_1_1_1_1_1_1_1_1_1_2_1_3">
    <p:bg>
      <p:bgPr>
        <a:solidFill>
          <a:schemeClr val="accent3"/>
        </a:solid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2"/>
          <p:cNvSpPr txBox="1"/>
          <p:nvPr>
            <p:ph idx="1" type="subTitle"/>
          </p:nvPr>
        </p:nvSpPr>
        <p:spPr>
          <a:xfrm>
            <a:off x="4629000" y="285900"/>
            <a:ext cx="4228200" cy="357600"/>
          </a:xfrm>
          <a:prstGeom prst="rect">
            <a:avLst/>
          </a:prstGeom>
        </p:spPr>
        <p:txBody>
          <a:bodyPr anchorCtr="0" anchor="t" bIns="0" lIns="182875" spcFirstLastPara="1" rIns="0" wrap="square" tIns="18287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11" name="Google Shape;211;p32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2" name="Google Shape;212;p32"/>
          <p:cNvSpPr txBox="1"/>
          <p:nvPr>
            <p:ph type="title"/>
          </p:nvPr>
        </p:nvSpPr>
        <p:spPr>
          <a:xfrm>
            <a:off x="283850" y="285900"/>
            <a:ext cx="27648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3" name="Google Shape;213;p32"/>
          <p:cNvSpPr txBox="1"/>
          <p:nvPr>
            <p:ph idx="2" type="body"/>
          </p:nvPr>
        </p:nvSpPr>
        <p:spPr>
          <a:xfrm>
            <a:off x="4629450" y="786100"/>
            <a:ext cx="2172600" cy="8043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4" name="Google Shape;214;p32"/>
          <p:cNvSpPr txBox="1"/>
          <p:nvPr>
            <p:ph idx="3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5" name="Google Shape;215;p32"/>
          <p:cNvSpPr txBox="1"/>
          <p:nvPr>
            <p:ph idx="4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6" name="Google Shape;216;p32"/>
          <p:cNvSpPr txBox="1"/>
          <p:nvPr>
            <p:ph idx="5" type="subTitle"/>
          </p:nvPr>
        </p:nvSpPr>
        <p:spPr>
          <a:xfrm>
            <a:off x="4629000" y="1751850"/>
            <a:ext cx="4228200" cy="357600"/>
          </a:xfrm>
          <a:prstGeom prst="rect">
            <a:avLst/>
          </a:prstGeom>
        </p:spPr>
        <p:txBody>
          <a:bodyPr anchorCtr="0" anchor="t" bIns="0" lIns="182875" spcFirstLastPara="1" rIns="0" wrap="square" tIns="18287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17" name="Google Shape;217;p32"/>
          <p:cNvSpPr txBox="1"/>
          <p:nvPr>
            <p:ph idx="6" type="body"/>
          </p:nvPr>
        </p:nvSpPr>
        <p:spPr>
          <a:xfrm>
            <a:off x="4629450" y="2252055"/>
            <a:ext cx="2172600" cy="8043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8" name="Google Shape;218;p32"/>
          <p:cNvSpPr txBox="1"/>
          <p:nvPr>
            <p:ph idx="7" type="subTitle"/>
          </p:nvPr>
        </p:nvSpPr>
        <p:spPr>
          <a:xfrm>
            <a:off x="4629000" y="3217788"/>
            <a:ext cx="4228200" cy="357600"/>
          </a:xfrm>
          <a:prstGeom prst="rect">
            <a:avLst/>
          </a:prstGeom>
        </p:spPr>
        <p:txBody>
          <a:bodyPr anchorCtr="0" anchor="t" bIns="0" lIns="182875" spcFirstLastPara="1" rIns="0" wrap="square" tIns="18287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19" name="Google Shape;219;p32"/>
          <p:cNvSpPr txBox="1"/>
          <p:nvPr>
            <p:ph idx="8" type="body"/>
          </p:nvPr>
        </p:nvSpPr>
        <p:spPr>
          <a:xfrm>
            <a:off x="4629450" y="3717997"/>
            <a:ext cx="2172600" cy="8043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20" name="Google Shape;220;p32"/>
          <p:cNvSpPr txBox="1"/>
          <p:nvPr>
            <p:ph idx="9" type="body"/>
          </p:nvPr>
        </p:nvSpPr>
        <p:spPr>
          <a:xfrm>
            <a:off x="284850" y="3717988"/>
            <a:ext cx="2055300" cy="804300"/>
          </a:xfrm>
          <a:prstGeom prst="rect">
            <a:avLst/>
          </a:prstGeom>
        </p:spPr>
        <p:txBody>
          <a:bodyPr anchorCtr="0" anchor="t" bIns="0" lIns="0" spcFirstLastPara="1" rIns="182875" wrap="square" tIns="0">
            <a:sp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image grid and description">
  <p:cSld name="CUSTOM">
    <p:bg>
      <p:bgPr>
        <a:solidFill>
          <a:schemeClr val="accent3"/>
        </a:solidFill>
      </p:bgPr>
    </p:bg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3"/>
          <p:cNvSpPr/>
          <p:nvPr>
            <p:ph idx="2" type="pic"/>
          </p:nvPr>
        </p:nvSpPr>
        <p:spPr>
          <a:xfrm>
            <a:off x="4629750" y="286075"/>
            <a:ext cx="1257900" cy="1261500"/>
          </a:xfrm>
          <a:prstGeom prst="rect">
            <a:avLst/>
          </a:prstGeom>
          <a:noFill/>
          <a:ln>
            <a:noFill/>
          </a:ln>
        </p:spPr>
      </p:sp>
      <p:sp>
        <p:nvSpPr>
          <p:cNvPr id="223" name="Google Shape;223;p33"/>
          <p:cNvSpPr/>
          <p:nvPr>
            <p:ph idx="3" type="pic"/>
          </p:nvPr>
        </p:nvSpPr>
        <p:spPr>
          <a:xfrm>
            <a:off x="6111800" y="286075"/>
            <a:ext cx="1257900" cy="1261500"/>
          </a:xfrm>
          <a:prstGeom prst="rect">
            <a:avLst/>
          </a:prstGeom>
          <a:noFill/>
          <a:ln>
            <a:noFill/>
          </a:ln>
        </p:spPr>
      </p:sp>
      <p:sp>
        <p:nvSpPr>
          <p:cNvPr id="224" name="Google Shape;224;p33"/>
          <p:cNvSpPr/>
          <p:nvPr>
            <p:ph idx="4" type="pic"/>
          </p:nvPr>
        </p:nvSpPr>
        <p:spPr>
          <a:xfrm>
            <a:off x="7593850" y="286075"/>
            <a:ext cx="1257900" cy="1261500"/>
          </a:xfrm>
          <a:prstGeom prst="rect">
            <a:avLst/>
          </a:prstGeom>
          <a:noFill/>
          <a:ln>
            <a:noFill/>
          </a:ln>
        </p:spPr>
      </p:sp>
      <p:sp>
        <p:nvSpPr>
          <p:cNvPr id="225" name="Google Shape;225;p33"/>
          <p:cNvSpPr/>
          <p:nvPr>
            <p:ph idx="5" type="pic"/>
          </p:nvPr>
        </p:nvSpPr>
        <p:spPr>
          <a:xfrm>
            <a:off x="4629750" y="2634475"/>
            <a:ext cx="1257900" cy="1261500"/>
          </a:xfrm>
          <a:prstGeom prst="rect">
            <a:avLst/>
          </a:prstGeom>
          <a:noFill/>
          <a:ln>
            <a:noFill/>
          </a:ln>
        </p:spPr>
      </p:sp>
      <p:sp>
        <p:nvSpPr>
          <p:cNvPr id="226" name="Google Shape;226;p33"/>
          <p:cNvSpPr/>
          <p:nvPr>
            <p:ph idx="6" type="pic"/>
          </p:nvPr>
        </p:nvSpPr>
        <p:spPr>
          <a:xfrm>
            <a:off x="6111800" y="2634475"/>
            <a:ext cx="1257900" cy="1261500"/>
          </a:xfrm>
          <a:prstGeom prst="rect">
            <a:avLst/>
          </a:prstGeom>
          <a:noFill/>
          <a:ln>
            <a:noFill/>
          </a:ln>
        </p:spPr>
      </p:sp>
      <p:sp>
        <p:nvSpPr>
          <p:cNvPr id="227" name="Google Shape;227;p33"/>
          <p:cNvSpPr/>
          <p:nvPr>
            <p:ph idx="7" type="pic"/>
          </p:nvPr>
        </p:nvSpPr>
        <p:spPr>
          <a:xfrm>
            <a:off x="7593850" y="2634475"/>
            <a:ext cx="1257900" cy="1261500"/>
          </a:xfrm>
          <a:prstGeom prst="rect">
            <a:avLst/>
          </a:prstGeom>
          <a:noFill/>
          <a:ln>
            <a:noFill/>
          </a:ln>
        </p:spPr>
      </p:sp>
      <p:sp>
        <p:nvSpPr>
          <p:cNvPr id="228" name="Google Shape;228;p33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9" name="Google Shape;229;p33"/>
          <p:cNvSpPr txBox="1"/>
          <p:nvPr>
            <p:ph idx="8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>
                <a:solidFill>
                  <a:schemeClr val="dk1"/>
                </a:solidFill>
              </a:defRPr>
            </a:lvl1pPr>
            <a:lvl2pPr lvl="1" algn="r">
              <a:buNone/>
              <a:defRPr>
                <a:solidFill>
                  <a:schemeClr val="dk1"/>
                </a:solidFill>
              </a:defRPr>
            </a:lvl2pPr>
            <a:lvl3pPr lvl="2" algn="r">
              <a:buNone/>
              <a:defRPr>
                <a:solidFill>
                  <a:schemeClr val="dk1"/>
                </a:solidFill>
              </a:defRPr>
            </a:lvl3pPr>
            <a:lvl4pPr lvl="3" algn="r">
              <a:buNone/>
              <a:defRPr>
                <a:solidFill>
                  <a:schemeClr val="dk1"/>
                </a:solidFill>
              </a:defRPr>
            </a:lvl4pPr>
            <a:lvl5pPr lvl="4" algn="r">
              <a:buNone/>
              <a:defRPr>
                <a:solidFill>
                  <a:schemeClr val="dk1"/>
                </a:solidFill>
              </a:defRPr>
            </a:lvl5pPr>
            <a:lvl6pPr lvl="5" algn="r">
              <a:buNone/>
              <a:defRPr>
                <a:solidFill>
                  <a:schemeClr val="dk1"/>
                </a:solidFill>
              </a:defRPr>
            </a:lvl6pPr>
            <a:lvl7pPr lvl="6" algn="r">
              <a:buNone/>
              <a:defRPr>
                <a:solidFill>
                  <a:schemeClr val="dk1"/>
                </a:solidFill>
              </a:defRPr>
            </a:lvl7pPr>
            <a:lvl8pPr lvl="7" algn="r">
              <a:buNone/>
              <a:defRPr>
                <a:solidFill>
                  <a:schemeClr val="dk1"/>
                </a:solidFill>
              </a:defRPr>
            </a:lvl8pPr>
            <a:lvl9pPr lvl="8" algn="r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0" name="Google Shape;230;p33"/>
          <p:cNvSpPr txBox="1"/>
          <p:nvPr>
            <p:ph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31" name="Google Shape;231;p33"/>
          <p:cNvSpPr txBox="1"/>
          <p:nvPr>
            <p:ph idx="9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32" name="Google Shape;232;p33"/>
          <p:cNvSpPr txBox="1"/>
          <p:nvPr>
            <p:ph idx="13" type="title"/>
          </p:nvPr>
        </p:nvSpPr>
        <p:spPr>
          <a:xfrm>
            <a:off x="283850" y="474875"/>
            <a:ext cx="2773200" cy="17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33" name="Google Shape;233;p33"/>
          <p:cNvSpPr txBox="1"/>
          <p:nvPr>
            <p:ph idx="14" type="title"/>
          </p:nvPr>
        </p:nvSpPr>
        <p:spPr>
          <a:xfrm>
            <a:off x="4629750" y="1649525"/>
            <a:ext cx="12579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34" name="Google Shape;234;p33"/>
          <p:cNvSpPr txBox="1"/>
          <p:nvPr>
            <p:ph idx="15" type="title"/>
          </p:nvPr>
        </p:nvSpPr>
        <p:spPr>
          <a:xfrm>
            <a:off x="6111800" y="1649525"/>
            <a:ext cx="12579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35" name="Google Shape;235;p33"/>
          <p:cNvSpPr txBox="1"/>
          <p:nvPr>
            <p:ph idx="16" type="title"/>
          </p:nvPr>
        </p:nvSpPr>
        <p:spPr>
          <a:xfrm>
            <a:off x="7593850" y="1649525"/>
            <a:ext cx="12579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36" name="Google Shape;236;p33"/>
          <p:cNvSpPr txBox="1"/>
          <p:nvPr>
            <p:ph idx="17" type="title"/>
          </p:nvPr>
        </p:nvSpPr>
        <p:spPr>
          <a:xfrm>
            <a:off x="4629750" y="3995850"/>
            <a:ext cx="12579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37" name="Google Shape;237;p33"/>
          <p:cNvSpPr txBox="1"/>
          <p:nvPr>
            <p:ph idx="18" type="title"/>
          </p:nvPr>
        </p:nvSpPr>
        <p:spPr>
          <a:xfrm>
            <a:off x="6111800" y="3995850"/>
            <a:ext cx="12579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38" name="Google Shape;238;p33"/>
          <p:cNvSpPr txBox="1"/>
          <p:nvPr>
            <p:ph idx="19" type="title"/>
          </p:nvPr>
        </p:nvSpPr>
        <p:spPr>
          <a:xfrm>
            <a:off x="7593850" y="3995850"/>
            <a:ext cx="12579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image grid and description - Alt 1">
  <p:cSld name="CUSTOM_3">
    <p:bg>
      <p:bgPr>
        <a:solidFill>
          <a:schemeClr val="accent1"/>
        </a:solidFill>
      </p:bgPr>
    </p:bg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4"/>
          <p:cNvSpPr/>
          <p:nvPr>
            <p:ph idx="2" type="pic"/>
          </p:nvPr>
        </p:nvSpPr>
        <p:spPr>
          <a:xfrm>
            <a:off x="2456700" y="373175"/>
            <a:ext cx="1515000" cy="1616700"/>
          </a:xfrm>
          <a:prstGeom prst="rect">
            <a:avLst/>
          </a:prstGeom>
          <a:noFill/>
          <a:ln>
            <a:noFill/>
          </a:ln>
        </p:spPr>
      </p:sp>
      <p:sp>
        <p:nvSpPr>
          <p:cNvPr id="241" name="Google Shape;241;p34"/>
          <p:cNvSpPr txBox="1"/>
          <p:nvPr>
            <p:ph type="title"/>
          </p:nvPr>
        </p:nvSpPr>
        <p:spPr>
          <a:xfrm>
            <a:off x="2635350" y="2172975"/>
            <a:ext cx="11886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0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2" name="Google Shape;242;p34"/>
          <p:cNvSpPr txBox="1"/>
          <p:nvPr>
            <p:ph idx="1" type="body"/>
          </p:nvPr>
        </p:nvSpPr>
        <p:spPr>
          <a:xfrm>
            <a:off x="2635350" y="2832368"/>
            <a:ext cx="1161900" cy="167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43" name="Google Shape;243;p34"/>
          <p:cNvSpPr txBox="1"/>
          <p:nvPr>
            <p:ph idx="3" type="title"/>
          </p:nvPr>
        </p:nvSpPr>
        <p:spPr>
          <a:xfrm>
            <a:off x="2635350" y="2325375"/>
            <a:ext cx="1188600" cy="27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44" name="Google Shape;244;p34"/>
          <p:cNvSpPr/>
          <p:nvPr>
            <p:ph idx="4" type="pic"/>
          </p:nvPr>
        </p:nvSpPr>
        <p:spPr>
          <a:xfrm>
            <a:off x="4084738" y="373175"/>
            <a:ext cx="1515000" cy="1616700"/>
          </a:xfrm>
          <a:prstGeom prst="rect">
            <a:avLst/>
          </a:prstGeom>
          <a:noFill/>
          <a:ln>
            <a:noFill/>
          </a:ln>
        </p:spPr>
      </p:sp>
      <p:sp>
        <p:nvSpPr>
          <p:cNvPr id="245" name="Google Shape;245;p34"/>
          <p:cNvSpPr txBox="1"/>
          <p:nvPr>
            <p:ph idx="5" type="title"/>
          </p:nvPr>
        </p:nvSpPr>
        <p:spPr>
          <a:xfrm>
            <a:off x="4263388" y="2172975"/>
            <a:ext cx="11886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6" name="Google Shape;246;p34"/>
          <p:cNvSpPr txBox="1"/>
          <p:nvPr>
            <p:ph idx="6" type="body"/>
          </p:nvPr>
        </p:nvSpPr>
        <p:spPr>
          <a:xfrm>
            <a:off x="4263388" y="2832368"/>
            <a:ext cx="1161900" cy="167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47" name="Google Shape;247;p34"/>
          <p:cNvSpPr txBox="1"/>
          <p:nvPr>
            <p:ph idx="7" type="title"/>
          </p:nvPr>
        </p:nvSpPr>
        <p:spPr>
          <a:xfrm>
            <a:off x="4263388" y="2325375"/>
            <a:ext cx="1188600" cy="27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48" name="Google Shape;248;p34"/>
          <p:cNvSpPr/>
          <p:nvPr>
            <p:ph idx="8" type="pic"/>
          </p:nvPr>
        </p:nvSpPr>
        <p:spPr>
          <a:xfrm>
            <a:off x="5713225" y="373175"/>
            <a:ext cx="1515000" cy="1616700"/>
          </a:xfrm>
          <a:prstGeom prst="rect">
            <a:avLst/>
          </a:prstGeom>
          <a:noFill/>
          <a:ln>
            <a:noFill/>
          </a:ln>
        </p:spPr>
      </p:sp>
      <p:sp>
        <p:nvSpPr>
          <p:cNvPr id="249" name="Google Shape;249;p34"/>
          <p:cNvSpPr txBox="1"/>
          <p:nvPr>
            <p:ph idx="9" type="title"/>
          </p:nvPr>
        </p:nvSpPr>
        <p:spPr>
          <a:xfrm>
            <a:off x="5891875" y="2172975"/>
            <a:ext cx="11886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50" name="Google Shape;250;p34"/>
          <p:cNvSpPr txBox="1"/>
          <p:nvPr>
            <p:ph idx="13" type="body"/>
          </p:nvPr>
        </p:nvSpPr>
        <p:spPr>
          <a:xfrm>
            <a:off x="5891875" y="2832368"/>
            <a:ext cx="1161900" cy="167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51" name="Google Shape;251;p34"/>
          <p:cNvSpPr txBox="1"/>
          <p:nvPr>
            <p:ph idx="14" type="title"/>
          </p:nvPr>
        </p:nvSpPr>
        <p:spPr>
          <a:xfrm>
            <a:off x="5891875" y="2325375"/>
            <a:ext cx="1188600" cy="27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52" name="Google Shape;252;p34"/>
          <p:cNvSpPr/>
          <p:nvPr>
            <p:ph idx="15" type="pic"/>
          </p:nvPr>
        </p:nvSpPr>
        <p:spPr>
          <a:xfrm>
            <a:off x="7341950" y="373175"/>
            <a:ext cx="1515000" cy="1616700"/>
          </a:xfrm>
          <a:prstGeom prst="rect">
            <a:avLst/>
          </a:prstGeom>
          <a:noFill/>
          <a:ln>
            <a:noFill/>
          </a:ln>
        </p:spPr>
      </p:sp>
      <p:sp>
        <p:nvSpPr>
          <p:cNvPr id="253" name="Google Shape;253;p34"/>
          <p:cNvSpPr txBox="1"/>
          <p:nvPr>
            <p:ph idx="16" type="title"/>
          </p:nvPr>
        </p:nvSpPr>
        <p:spPr>
          <a:xfrm>
            <a:off x="7520600" y="2172975"/>
            <a:ext cx="11886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54" name="Google Shape;254;p34"/>
          <p:cNvSpPr txBox="1"/>
          <p:nvPr>
            <p:ph idx="17" type="body"/>
          </p:nvPr>
        </p:nvSpPr>
        <p:spPr>
          <a:xfrm>
            <a:off x="7520600" y="2832368"/>
            <a:ext cx="1161900" cy="167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55" name="Google Shape;255;p34"/>
          <p:cNvSpPr txBox="1"/>
          <p:nvPr>
            <p:ph idx="18" type="title"/>
          </p:nvPr>
        </p:nvSpPr>
        <p:spPr>
          <a:xfrm>
            <a:off x="7520600" y="2325375"/>
            <a:ext cx="1188600" cy="27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56" name="Google Shape;256;p34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7" name="Google Shape;257;p34"/>
          <p:cNvSpPr txBox="1"/>
          <p:nvPr>
            <p:ph idx="19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8" name="Google Shape;258;p34"/>
          <p:cNvSpPr txBox="1"/>
          <p:nvPr>
            <p:ph idx="20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9" name="Google Shape;259;p34"/>
          <p:cNvSpPr txBox="1"/>
          <p:nvPr>
            <p:ph idx="21" type="title"/>
          </p:nvPr>
        </p:nvSpPr>
        <p:spPr>
          <a:xfrm>
            <a:off x="283850" y="285900"/>
            <a:ext cx="2055600" cy="1269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image grid and description - Alt 2">
  <p:cSld name="CUSTOM_4"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35"/>
          <p:cNvSpPr txBox="1"/>
          <p:nvPr>
            <p:ph type="title"/>
          </p:nvPr>
        </p:nvSpPr>
        <p:spPr>
          <a:xfrm>
            <a:off x="1049249" y="2030625"/>
            <a:ext cx="1902000" cy="2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62" name="Google Shape;262;p35"/>
          <p:cNvSpPr txBox="1"/>
          <p:nvPr>
            <p:ph idx="1" type="body"/>
          </p:nvPr>
        </p:nvSpPr>
        <p:spPr>
          <a:xfrm>
            <a:off x="1049250" y="2396800"/>
            <a:ext cx="1902000" cy="63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63" name="Google Shape;263;p35"/>
          <p:cNvSpPr txBox="1"/>
          <p:nvPr>
            <p:ph idx="2" type="title"/>
          </p:nvPr>
        </p:nvSpPr>
        <p:spPr>
          <a:xfrm>
            <a:off x="1049249" y="3575325"/>
            <a:ext cx="1902000" cy="2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64" name="Google Shape;264;p35"/>
          <p:cNvSpPr txBox="1"/>
          <p:nvPr>
            <p:ph idx="3" type="body"/>
          </p:nvPr>
        </p:nvSpPr>
        <p:spPr>
          <a:xfrm>
            <a:off x="1049250" y="3941500"/>
            <a:ext cx="1902000" cy="63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65" name="Google Shape;265;p35"/>
          <p:cNvSpPr txBox="1"/>
          <p:nvPr>
            <p:ph idx="4" type="title"/>
          </p:nvPr>
        </p:nvSpPr>
        <p:spPr>
          <a:xfrm>
            <a:off x="3950249" y="2030625"/>
            <a:ext cx="1902000" cy="2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66" name="Google Shape;266;p35"/>
          <p:cNvSpPr txBox="1"/>
          <p:nvPr>
            <p:ph idx="5" type="body"/>
          </p:nvPr>
        </p:nvSpPr>
        <p:spPr>
          <a:xfrm>
            <a:off x="3950250" y="2396800"/>
            <a:ext cx="1902000" cy="63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67" name="Google Shape;267;p35"/>
          <p:cNvSpPr txBox="1"/>
          <p:nvPr>
            <p:ph idx="6" type="title"/>
          </p:nvPr>
        </p:nvSpPr>
        <p:spPr>
          <a:xfrm>
            <a:off x="3950249" y="3575325"/>
            <a:ext cx="1902000" cy="2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68" name="Google Shape;268;p35"/>
          <p:cNvSpPr txBox="1"/>
          <p:nvPr>
            <p:ph idx="7" type="body"/>
          </p:nvPr>
        </p:nvSpPr>
        <p:spPr>
          <a:xfrm>
            <a:off x="3950250" y="3941500"/>
            <a:ext cx="1902000" cy="63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69" name="Google Shape;269;p35"/>
          <p:cNvSpPr txBox="1"/>
          <p:nvPr>
            <p:ph idx="8" type="title"/>
          </p:nvPr>
        </p:nvSpPr>
        <p:spPr>
          <a:xfrm>
            <a:off x="6851249" y="2030625"/>
            <a:ext cx="1902000" cy="2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70" name="Google Shape;270;p35"/>
          <p:cNvSpPr txBox="1"/>
          <p:nvPr>
            <p:ph idx="9" type="body"/>
          </p:nvPr>
        </p:nvSpPr>
        <p:spPr>
          <a:xfrm>
            <a:off x="6851250" y="2396800"/>
            <a:ext cx="1902000" cy="63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71" name="Google Shape;271;p35"/>
          <p:cNvSpPr txBox="1"/>
          <p:nvPr>
            <p:ph idx="13" type="title"/>
          </p:nvPr>
        </p:nvSpPr>
        <p:spPr>
          <a:xfrm>
            <a:off x="6851249" y="3575325"/>
            <a:ext cx="1902000" cy="2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72" name="Google Shape;272;p35"/>
          <p:cNvSpPr txBox="1"/>
          <p:nvPr>
            <p:ph idx="14" type="body"/>
          </p:nvPr>
        </p:nvSpPr>
        <p:spPr>
          <a:xfrm>
            <a:off x="6851250" y="3941500"/>
            <a:ext cx="1902000" cy="63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73" name="Google Shape;273;p35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4" name="Google Shape;274;p35"/>
          <p:cNvSpPr txBox="1"/>
          <p:nvPr>
            <p:ph idx="15" type="title"/>
          </p:nvPr>
        </p:nvSpPr>
        <p:spPr>
          <a:xfrm>
            <a:off x="283850" y="285900"/>
            <a:ext cx="8571900" cy="816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75" name="Google Shape;275;p35"/>
          <p:cNvSpPr/>
          <p:nvPr>
            <p:ph idx="16" type="pic"/>
          </p:nvPr>
        </p:nvSpPr>
        <p:spPr>
          <a:xfrm>
            <a:off x="290325" y="1862825"/>
            <a:ext cx="663000" cy="1271100"/>
          </a:xfrm>
          <a:prstGeom prst="rect">
            <a:avLst/>
          </a:prstGeom>
          <a:noFill/>
          <a:ln>
            <a:noFill/>
          </a:ln>
        </p:spPr>
      </p:sp>
      <p:sp>
        <p:nvSpPr>
          <p:cNvPr id="276" name="Google Shape;276;p35"/>
          <p:cNvSpPr/>
          <p:nvPr>
            <p:ph idx="17" type="pic"/>
          </p:nvPr>
        </p:nvSpPr>
        <p:spPr>
          <a:xfrm>
            <a:off x="290325" y="3407525"/>
            <a:ext cx="663000" cy="1271100"/>
          </a:xfrm>
          <a:prstGeom prst="rect">
            <a:avLst/>
          </a:prstGeom>
          <a:noFill/>
          <a:ln>
            <a:noFill/>
          </a:ln>
        </p:spPr>
      </p:sp>
      <p:sp>
        <p:nvSpPr>
          <p:cNvPr id="277" name="Google Shape;277;p35"/>
          <p:cNvSpPr/>
          <p:nvPr>
            <p:ph idx="18" type="pic"/>
          </p:nvPr>
        </p:nvSpPr>
        <p:spPr>
          <a:xfrm>
            <a:off x="3191325" y="1862825"/>
            <a:ext cx="663000" cy="1271100"/>
          </a:xfrm>
          <a:prstGeom prst="rect">
            <a:avLst/>
          </a:prstGeom>
          <a:noFill/>
          <a:ln>
            <a:noFill/>
          </a:ln>
        </p:spPr>
      </p:sp>
      <p:sp>
        <p:nvSpPr>
          <p:cNvPr id="278" name="Google Shape;278;p35"/>
          <p:cNvSpPr/>
          <p:nvPr>
            <p:ph idx="19" type="pic"/>
          </p:nvPr>
        </p:nvSpPr>
        <p:spPr>
          <a:xfrm>
            <a:off x="3191325" y="3407525"/>
            <a:ext cx="663000" cy="1271100"/>
          </a:xfrm>
          <a:prstGeom prst="rect">
            <a:avLst/>
          </a:prstGeom>
          <a:noFill/>
          <a:ln>
            <a:noFill/>
          </a:ln>
        </p:spPr>
      </p:sp>
      <p:sp>
        <p:nvSpPr>
          <p:cNvPr id="279" name="Google Shape;279;p35"/>
          <p:cNvSpPr/>
          <p:nvPr>
            <p:ph idx="20" type="pic"/>
          </p:nvPr>
        </p:nvSpPr>
        <p:spPr>
          <a:xfrm>
            <a:off x="6092325" y="1862825"/>
            <a:ext cx="663000" cy="1271100"/>
          </a:xfrm>
          <a:prstGeom prst="rect">
            <a:avLst/>
          </a:prstGeom>
          <a:noFill/>
          <a:ln>
            <a:noFill/>
          </a:ln>
        </p:spPr>
      </p:sp>
      <p:sp>
        <p:nvSpPr>
          <p:cNvPr id="280" name="Google Shape;280;p35"/>
          <p:cNvSpPr/>
          <p:nvPr>
            <p:ph idx="21" type="pic"/>
          </p:nvPr>
        </p:nvSpPr>
        <p:spPr>
          <a:xfrm>
            <a:off x="6092325" y="3407525"/>
            <a:ext cx="663000" cy="1271100"/>
          </a:xfrm>
          <a:prstGeom prst="rect">
            <a:avLst/>
          </a:prstGeom>
          <a:noFill/>
          <a:ln>
            <a:noFill/>
          </a:ln>
        </p:spPr>
      </p:sp>
      <p:sp>
        <p:nvSpPr>
          <p:cNvPr id="281" name="Google Shape;281;p35"/>
          <p:cNvSpPr txBox="1"/>
          <p:nvPr>
            <p:ph idx="2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2" name="Google Shape;282;p35"/>
          <p:cNvSpPr txBox="1"/>
          <p:nvPr>
            <p:ph idx="2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image grid and body text">
  <p:cSld name="CUSTOM_2">
    <p:bg>
      <p:bgPr>
        <a:solidFill>
          <a:schemeClr val="lt1"/>
        </a:solidFill>
      </p:bgPr>
    </p:bg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36"/>
          <p:cNvSpPr/>
          <p:nvPr>
            <p:ph idx="2" type="pic"/>
          </p:nvPr>
        </p:nvSpPr>
        <p:spPr>
          <a:xfrm>
            <a:off x="3186000" y="3242875"/>
            <a:ext cx="2798100" cy="1440600"/>
          </a:xfrm>
          <a:prstGeom prst="rect">
            <a:avLst/>
          </a:prstGeom>
          <a:noFill/>
          <a:ln>
            <a:noFill/>
          </a:ln>
        </p:spPr>
      </p:sp>
      <p:sp>
        <p:nvSpPr>
          <p:cNvPr id="285" name="Google Shape;285;p36"/>
          <p:cNvSpPr/>
          <p:nvPr>
            <p:ph idx="3" type="pic"/>
          </p:nvPr>
        </p:nvSpPr>
        <p:spPr>
          <a:xfrm>
            <a:off x="5984100" y="3242875"/>
            <a:ext cx="1440600" cy="1440600"/>
          </a:xfrm>
          <a:prstGeom prst="rect">
            <a:avLst/>
          </a:prstGeom>
          <a:noFill/>
          <a:ln>
            <a:noFill/>
          </a:ln>
        </p:spPr>
      </p:sp>
      <p:sp>
        <p:nvSpPr>
          <p:cNvPr id="286" name="Google Shape;286;p36"/>
          <p:cNvSpPr/>
          <p:nvPr>
            <p:ph idx="4" type="pic"/>
          </p:nvPr>
        </p:nvSpPr>
        <p:spPr>
          <a:xfrm>
            <a:off x="7412150" y="1440350"/>
            <a:ext cx="1441500" cy="3243000"/>
          </a:xfrm>
          <a:prstGeom prst="rect">
            <a:avLst/>
          </a:prstGeom>
          <a:noFill/>
          <a:ln>
            <a:noFill/>
          </a:ln>
        </p:spPr>
      </p:sp>
      <p:sp>
        <p:nvSpPr>
          <p:cNvPr id="287" name="Google Shape;287;p36"/>
          <p:cNvSpPr/>
          <p:nvPr>
            <p:ph idx="5" type="pic"/>
          </p:nvPr>
        </p:nvSpPr>
        <p:spPr>
          <a:xfrm>
            <a:off x="7412150" y="0"/>
            <a:ext cx="1441500" cy="1440600"/>
          </a:xfrm>
          <a:prstGeom prst="rect">
            <a:avLst/>
          </a:prstGeom>
          <a:noFill/>
          <a:ln>
            <a:noFill/>
          </a:ln>
        </p:spPr>
      </p:sp>
      <p:sp>
        <p:nvSpPr>
          <p:cNvPr id="288" name="Google Shape;288;p36"/>
          <p:cNvSpPr/>
          <p:nvPr>
            <p:ph idx="6" type="pic"/>
          </p:nvPr>
        </p:nvSpPr>
        <p:spPr>
          <a:xfrm>
            <a:off x="3184850" y="0"/>
            <a:ext cx="4227300" cy="3243000"/>
          </a:xfrm>
          <a:prstGeom prst="rect">
            <a:avLst/>
          </a:prstGeom>
          <a:noFill/>
          <a:ln>
            <a:noFill/>
          </a:ln>
        </p:spPr>
      </p:sp>
      <p:sp>
        <p:nvSpPr>
          <p:cNvPr id="289" name="Google Shape;289;p36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90" name="Google Shape;290;p36"/>
          <p:cNvSpPr txBox="1"/>
          <p:nvPr>
            <p:ph idx="7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>
                <a:solidFill>
                  <a:schemeClr val="dk1"/>
                </a:solidFill>
              </a:defRPr>
            </a:lvl1pPr>
            <a:lvl2pPr lvl="1" algn="r">
              <a:buNone/>
              <a:defRPr>
                <a:solidFill>
                  <a:schemeClr val="dk1"/>
                </a:solidFill>
              </a:defRPr>
            </a:lvl2pPr>
            <a:lvl3pPr lvl="2" algn="r">
              <a:buNone/>
              <a:defRPr>
                <a:solidFill>
                  <a:schemeClr val="dk1"/>
                </a:solidFill>
              </a:defRPr>
            </a:lvl3pPr>
            <a:lvl4pPr lvl="3" algn="r">
              <a:buNone/>
              <a:defRPr>
                <a:solidFill>
                  <a:schemeClr val="dk1"/>
                </a:solidFill>
              </a:defRPr>
            </a:lvl4pPr>
            <a:lvl5pPr lvl="4" algn="r">
              <a:buNone/>
              <a:defRPr>
                <a:solidFill>
                  <a:schemeClr val="dk1"/>
                </a:solidFill>
              </a:defRPr>
            </a:lvl5pPr>
            <a:lvl6pPr lvl="5" algn="r">
              <a:buNone/>
              <a:defRPr>
                <a:solidFill>
                  <a:schemeClr val="dk1"/>
                </a:solidFill>
              </a:defRPr>
            </a:lvl6pPr>
            <a:lvl7pPr lvl="6" algn="r">
              <a:buNone/>
              <a:defRPr>
                <a:solidFill>
                  <a:schemeClr val="dk1"/>
                </a:solidFill>
              </a:defRPr>
            </a:lvl7pPr>
            <a:lvl8pPr lvl="7" algn="r">
              <a:buNone/>
              <a:defRPr>
                <a:solidFill>
                  <a:schemeClr val="dk1"/>
                </a:solidFill>
              </a:defRPr>
            </a:lvl8pPr>
            <a:lvl9pPr lvl="8" algn="r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91" name="Google Shape;291;p36"/>
          <p:cNvSpPr txBox="1"/>
          <p:nvPr>
            <p:ph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2" name="Google Shape;292;p36"/>
          <p:cNvSpPr txBox="1"/>
          <p:nvPr>
            <p:ph idx="8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3" name="Google Shape;293;p36"/>
          <p:cNvSpPr txBox="1"/>
          <p:nvPr>
            <p:ph idx="9" type="title"/>
          </p:nvPr>
        </p:nvSpPr>
        <p:spPr>
          <a:xfrm>
            <a:off x="283850" y="285900"/>
            <a:ext cx="2773200" cy="816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4" name="Google Shape;294;p36"/>
          <p:cNvSpPr txBox="1"/>
          <p:nvPr>
            <p:ph idx="1" type="body"/>
          </p:nvPr>
        </p:nvSpPr>
        <p:spPr>
          <a:xfrm>
            <a:off x="283850" y="2636275"/>
            <a:ext cx="2767200" cy="2046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">
  <p:cSld name="BLANK_4">
    <p:bg>
      <p:bgPr>
        <a:solidFill>
          <a:schemeClr val="accent1"/>
        </a:solidFill>
      </p:bgPr>
    </p:bg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37"/>
          <p:cNvSpPr/>
          <p:nvPr/>
        </p:nvSpPr>
        <p:spPr>
          <a:xfrm>
            <a:off x="5283375" y="285900"/>
            <a:ext cx="3573485" cy="3573485"/>
          </a:xfrm>
          <a:custGeom>
            <a:rect b="b" l="l" r="r" t="t"/>
            <a:pathLst>
              <a:path extrusionOk="0" h="32645" w="32645">
                <a:moveTo>
                  <a:pt x="2512" y="0"/>
                </a:moveTo>
                <a:lnTo>
                  <a:pt x="2512" y="5023"/>
                </a:lnTo>
                <a:lnTo>
                  <a:pt x="24107" y="5023"/>
                </a:lnTo>
                <a:lnTo>
                  <a:pt x="1" y="29129"/>
                </a:lnTo>
                <a:lnTo>
                  <a:pt x="3516" y="32644"/>
                </a:lnTo>
                <a:lnTo>
                  <a:pt x="27623" y="8538"/>
                </a:lnTo>
                <a:lnTo>
                  <a:pt x="27623" y="30133"/>
                </a:lnTo>
                <a:lnTo>
                  <a:pt x="32645" y="30133"/>
                </a:lnTo>
                <a:lnTo>
                  <a:pt x="32645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97" name="Google Shape;297;p37"/>
          <p:cNvSpPr txBox="1"/>
          <p:nvPr>
            <p:ph type="title"/>
          </p:nvPr>
        </p:nvSpPr>
        <p:spPr>
          <a:xfrm>
            <a:off x="283850" y="224410"/>
            <a:ext cx="6683700" cy="12369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9pPr>
          </a:lstStyle>
          <a:p/>
        </p:txBody>
      </p:sp>
      <p:sp>
        <p:nvSpPr>
          <p:cNvPr id="298" name="Google Shape;298;p37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99" name="Google Shape;299;p37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0" name="Google Shape;300;p37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1" name="Google Shape;301;p37"/>
          <p:cNvSpPr txBox="1"/>
          <p:nvPr>
            <p:ph idx="4" type="title"/>
          </p:nvPr>
        </p:nvSpPr>
        <p:spPr>
          <a:xfrm>
            <a:off x="288625" y="4778975"/>
            <a:ext cx="42273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Inter"/>
              <a:buNone/>
              <a:defRPr sz="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38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304" name="Google Shape;304;p38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39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9" name="Google Shape;309;p4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2" name="Google Shape;312;p41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13" name="Google Shape;313;p41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43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18" name="Google Shape;318;p43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44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45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23" name="Google Shape;323;p45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24" name="Google Shape;324;p45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46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47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329" name="Google Shape;329;p47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49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3" name="Google Shape;333;p49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34" name="Google Shape;334;p49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35" name="Google Shape;335;p49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36" name="Google Shape;336;p49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37" name="Google Shape;337;p49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38" name="Google Shape;338;p49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1" name="Google Shape;341;p50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42" name="Google Shape;342;p50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51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45" name="Google Shape;345;p51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46" name="Google Shape;346;p51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47" name="Google Shape;347;p51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48" name="Google Shape;348;p51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52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51" name="Google Shape;351;p52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52" name="Google Shape;352;p52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/>
        </p:txBody>
      </p:sp>
      <p:sp>
        <p:nvSpPr>
          <p:cNvPr id="353" name="Google Shape;353;p52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54" name="Google Shape;354;p52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55" name="Google Shape;355;p52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56" name="Google Shape;356;p52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53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59" name="Google Shape;359;p53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60" name="Google Shape;360;p53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61" name="Google Shape;361;p53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62" name="Google Shape;362;p53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63" name="Google Shape;363;p53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4" name="Google Shape;364;p53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5" name="Google Shape;365;p53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6" name="Google Shape;366;p53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5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9" name="Google Shape;369;p54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55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72" name="Google Shape;372;p55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373" name="Google Shape;373;p55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374" name="Google Shape;374;p55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75" name="Google Shape;375;p5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6" name="Google Shape;376;p55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77" name="Google Shape;377;p55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56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80" name="Google Shape;380;p56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81" name="Google Shape;381;p56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82" name="Google Shape;382;p56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83" name="Google Shape;383;p56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84" name="Google Shape;384;p56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85" name="Google Shape;385;p5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6" name="Google Shape;386;p56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87" name="Google Shape;387;p56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88" name="Google Shape;388;p56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57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58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93" name="Google Shape;393;p58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94" name="Google Shape;394;p58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95" name="Google Shape;395;p58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96" name="Google Shape;396;p58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97" name="Google Shape;397;p58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98" name="Google Shape;398;p58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9" name="Google Shape;399;p58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00" name="Google Shape;400;p58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01" name="Google Shape;401;p58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51.xml"/><Relationship Id="rId20" Type="http://schemas.openxmlformats.org/officeDocument/2006/relationships/slideLayout" Target="../slideLayouts/slideLayout31.xml"/><Relationship Id="rId42" Type="http://schemas.openxmlformats.org/officeDocument/2006/relationships/slideLayout" Target="../slideLayouts/slideLayout53.xml"/><Relationship Id="rId41" Type="http://schemas.openxmlformats.org/officeDocument/2006/relationships/slideLayout" Target="../slideLayouts/slideLayout52.xml"/><Relationship Id="rId22" Type="http://schemas.openxmlformats.org/officeDocument/2006/relationships/slideLayout" Target="../slideLayouts/slideLayout33.xml"/><Relationship Id="rId44" Type="http://schemas.openxmlformats.org/officeDocument/2006/relationships/slideLayout" Target="../slideLayouts/slideLayout55.xml"/><Relationship Id="rId21" Type="http://schemas.openxmlformats.org/officeDocument/2006/relationships/slideLayout" Target="../slideLayouts/slideLayout32.xml"/><Relationship Id="rId43" Type="http://schemas.openxmlformats.org/officeDocument/2006/relationships/slideLayout" Target="../slideLayouts/slideLayout54.xml"/><Relationship Id="rId24" Type="http://schemas.openxmlformats.org/officeDocument/2006/relationships/slideLayout" Target="../slideLayouts/slideLayout35.xml"/><Relationship Id="rId46" Type="http://schemas.openxmlformats.org/officeDocument/2006/relationships/theme" Target="../theme/theme3.xml"/><Relationship Id="rId23" Type="http://schemas.openxmlformats.org/officeDocument/2006/relationships/slideLayout" Target="../slideLayouts/slideLayout34.xml"/><Relationship Id="rId45" Type="http://schemas.openxmlformats.org/officeDocument/2006/relationships/slideLayout" Target="../slideLayouts/slideLayout56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26" Type="http://schemas.openxmlformats.org/officeDocument/2006/relationships/slideLayout" Target="../slideLayouts/slideLayout37.xml"/><Relationship Id="rId25" Type="http://schemas.openxmlformats.org/officeDocument/2006/relationships/slideLayout" Target="../slideLayouts/slideLayout36.xml"/><Relationship Id="rId28" Type="http://schemas.openxmlformats.org/officeDocument/2006/relationships/slideLayout" Target="../slideLayouts/slideLayout39.xml"/><Relationship Id="rId27" Type="http://schemas.openxmlformats.org/officeDocument/2006/relationships/slideLayout" Target="../slideLayouts/slideLayout38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29" Type="http://schemas.openxmlformats.org/officeDocument/2006/relationships/slideLayout" Target="../slideLayouts/slideLayout40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42.xml"/><Relationship Id="rId30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22.xml"/><Relationship Id="rId33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21.xml"/><Relationship Id="rId32" Type="http://schemas.openxmlformats.org/officeDocument/2006/relationships/slideLayout" Target="../slideLayouts/slideLayout43.xml"/><Relationship Id="rId13" Type="http://schemas.openxmlformats.org/officeDocument/2006/relationships/slideLayout" Target="../slideLayouts/slideLayout24.xml"/><Relationship Id="rId35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23.xml"/><Relationship Id="rId34" Type="http://schemas.openxmlformats.org/officeDocument/2006/relationships/slideLayout" Target="../slideLayouts/slideLayout45.xml"/><Relationship Id="rId15" Type="http://schemas.openxmlformats.org/officeDocument/2006/relationships/slideLayout" Target="../slideLayouts/slideLayout26.xml"/><Relationship Id="rId37" Type="http://schemas.openxmlformats.org/officeDocument/2006/relationships/slideLayout" Target="../slideLayouts/slideLayout48.xml"/><Relationship Id="rId14" Type="http://schemas.openxmlformats.org/officeDocument/2006/relationships/slideLayout" Target="../slideLayouts/slideLayout25.xml"/><Relationship Id="rId36" Type="http://schemas.openxmlformats.org/officeDocument/2006/relationships/slideLayout" Target="../slideLayouts/slideLayout47.xml"/><Relationship Id="rId17" Type="http://schemas.openxmlformats.org/officeDocument/2006/relationships/slideLayout" Target="../slideLayouts/slideLayout28.xml"/><Relationship Id="rId39" Type="http://schemas.openxmlformats.org/officeDocument/2006/relationships/slideLayout" Target="../slideLayouts/slideLayout50.xml"/><Relationship Id="rId16" Type="http://schemas.openxmlformats.org/officeDocument/2006/relationships/slideLayout" Target="../slideLayouts/slideLayout27.xml"/><Relationship Id="rId38" Type="http://schemas.openxmlformats.org/officeDocument/2006/relationships/slideLayout" Target="../slideLayouts/slideLayout49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idx="1" type="body"/>
          </p:nvPr>
        </p:nvSpPr>
        <p:spPr>
          <a:xfrm>
            <a:off x="284850" y="1555575"/>
            <a:ext cx="5710500" cy="286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304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type="title"/>
          </p:nvPr>
        </p:nvSpPr>
        <p:spPr>
          <a:xfrm>
            <a:off x="284850" y="285900"/>
            <a:ext cx="64239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4" name="Google Shape;54;p13"/>
          <p:cNvSpPr txBox="1"/>
          <p:nvPr>
            <p:ph idx="2" type="title"/>
          </p:nvPr>
        </p:nvSpPr>
        <p:spPr>
          <a:xfrm>
            <a:off x="288625" y="4778975"/>
            <a:ext cx="4227300" cy="7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Inter"/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3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Inter"/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56" name="Google Shape;56;p13"/>
          <p:cNvSpPr txBox="1"/>
          <p:nvPr>
            <p:ph idx="4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Inter"/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57" name="Google Shape;57;p13"/>
          <p:cNvSpPr txBox="1"/>
          <p:nvPr>
            <p:ph idx="5" type="body"/>
          </p:nvPr>
        </p:nvSpPr>
        <p:spPr>
          <a:xfrm>
            <a:off x="4239825" y="1398125"/>
            <a:ext cx="3648900" cy="22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  <p:sldLayoutId id="2147483689" r:id="rId31"/>
    <p:sldLayoutId id="2147483690" r:id="rId32"/>
    <p:sldLayoutId id="2147483691" r:id="rId33"/>
    <p:sldLayoutId id="2147483692" r:id="rId34"/>
    <p:sldLayoutId id="2147483693" r:id="rId35"/>
    <p:sldLayoutId id="2147483694" r:id="rId36"/>
    <p:sldLayoutId id="2147483695" r:id="rId37"/>
    <p:sldLayoutId id="2147483696" r:id="rId38"/>
    <p:sldLayoutId id="2147483697" r:id="rId39"/>
    <p:sldLayoutId id="2147483698" r:id="rId40"/>
    <p:sldLayoutId id="2147483699" r:id="rId41"/>
    <p:sldLayoutId id="2147483700" r:id="rId42"/>
    <p:sldLayoutId id="2147483701" r:id="rId43"/>
    <p:sldLayoutId id="2147483702" r:id="rId44"/>
    <p:sldLayoutId id="2147483703" r:id="rId4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579">
          <p15:clr>
            <a:srgbClr val="E46962"/>
          </p15:clr>
        </p15:guide>
        <p15:guide id="2" pos="179">
          <p15:clr>
            <a:srgbClr val="E46962"/>
          </p15:clr>
        </p15:guide>
        <p15:guide id="3" orient="horz" pos="180">
          <p15:clr>
            <a:srgbClr val="E46962"/>
          </p15:clr>
        </p15:guide>
        <p15:guide id="4" orient="horz" pos="3060">
          <p15:clr>
            <a:srgbClr val="E46962"/>
          </p15:clr>
        </p15:guide>
        <p15:guide id="5" pos="2842">
          <p15:clr>
            <a:srgbClr val="E46962"/>
          </p15:clr>
        </p15:guide>
        <p15:guide id="6" pos="2916">
          <p15:clr>
            <a:srgbClr val="E46962"/>
          </p15:clr>
        </p15:guide>
        <p15:guide id="7" pos="1474">
          <p15:clr>
            <a:srgbClr val="E46962"/>
          </p15:clr>
        </p15:guide>
        <p15:guide id="8" pos="1548">
          <p15:clr>
            <a:srgbClr val="E46962"/>
          </p15:clr>
        </p15:guide>
        <p15:guide id="9" pos="4211">
          <p15:clr>
            <a:srgbClr val="E46962"/>
          </p15:clr>
        </p15:guide>
        <p15:guide id="10" pos="4285">
          <p15:clr>
            <a:srgbClr val="E46962"/>
          </p15:clr>
        </p15:guide>
        <p15:guide id="11" pos="3753">
          <p15:clr>
            <a:srgbClr val="E46962"/>
          </p15:clr>
        </p15:guide>
        <p15:guide id="12" pos="3834">
          <p15:clr>
            <a:srgbClr val="E46962"/>
          </p15:clr>
        </p15:guide>
        <p15:guide id="13" pos="1926">
          <p15:clr>
            <a:srgbClr val="E46962"/>
          </p15:clr>
        </p15:guide>
        <p15:guide id="14" pos="2007">
          <p15:clr>
            <a:srgbClr val="E46962"/>
          </p15:clr>
        </p15:guide>
        <p15:guide id="15" orient="horz" pos="299">
          <p15:clr>
            <a:srgbClr val="E46962"/>
          </p15:clr>
        </p15:guide>
        <p15:guide id="16" orient="horz" pos="2950">
          <p15:clr>
            <a:srgbClr val="E46962"/>
          </p15:clr>
        </p15:guide>
        <p15:guide id="17" orient="horz" pos="907">
          <p15:clr>
            <a:srgbClr val="E46962"/>
          </p15:clr>
        </p15:guide>
        <p15:guide id="18" orient="horz" pos="980">
          <p15:clr>
            <a:srgbClr val="E46962"/>
          </p15:clr>
        </p15:guide>
        <p15:guide id="19" orient="horz" pos="1588">
          <p15:clr>
            <a:srgbClr val="E46962"/>
          </p15:clr>
        </p15:guide>
        <p15:guide id="20" orient="horz" pos="1661">
          <p15:clr>
            <a:srgbClr val="E46962"/>
          </p15:clr>
        </p15:guide>
        <p15:guide id="21" orient="horz" pos="2269">
          <p15:clr>
            <a:srgbClr val="E46962"/>
          </p15:clr>
        </p15:guide>
        <p15:guide id="22" orient="horz" pos="2341">
          <p15:clr>
            <a:srgbClr val="E46962"/>
          </p15:clr>
        </p15:guide>
        <p15:guide id="23" orient="horz" pos="3012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59"/>
          <p:cNvSpPr txBox="1"/>
          <p:nvPr>
            <p:ph type="title"/>
          </p:nvPr>
        </p:nvSpPr>
        <p:spPr>
          <a:xfrm>
            <a:off x="283850" y="224410"/>
            <a:ext cx="6683700" cy="12369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5200">
                <a:latin typeface="Arial"/>
                <a:ea typeface="Arial"/>
                <a:cs typeface="Arial"/>
                <a:sym typeface="Arial"/>
              </a:rPr>
              <a:t>Azure Subscription Vending and Onboarding Process Design 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60"/>
          <p:cNvSpPr txBox="1"/>
          <p:nvPr/>
        </p:nvSpPr>
        <p:spPr>
          <a:xfrm>
            <a:off x="4629754" y="3996213"/>
            <a:ext cx="1246800" cy="58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t/>
            </a:r>
            <a:endParaRPr sz="8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412" name="Google Shape;412;p60"/>
          <p:cNvSpPr txBox="1"/>
          <p:nvPr/>
        </p:nvSpPr>
        <p:spPr>
          <a:xfrm>
            <a:off x="6114864" y="3996213"/>
            <a:ext cx="1246800" cy="58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t/>
            </a:r>
            <a:endParaRPr sz="8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413" name="Google Shape;413;p60"/>
          <p:cNvSpPr txBox="1"/>
          <p:nvPr/>
        </p:nvSpPr>
        <p:spPr>
          <a:xfrm>
            <a:off x="7609899" y="3996213"/>
            <a:ext cx="1246800" cy="58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t/>
            </a:r>
            <a:endParaRPr sz="8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414" name="Google Shape;414;p60"/>
          <p:cNvSpPr txBox="1"/>
          <p:nvPr/>
        </p:nvSpPr>
        <p:spPr>
          <a:xfrm>
            <a:off x="4629754" y="1649513"/>
            <a:ext cx="1246800" cy="58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t/>
            </a:r>
            <a:endParaRPr sz="8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415" name="Google Shape;415;p60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  <p:sp>
        <p:nvSpPr>
          <p:cNvPr id="416" name="Google Shape;416;p60"/>
          <p:cNvSpPr txBox="1"/>
          <p:nvPr>
            <p:ph idx="8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17" name="Google Shape;417;p60"/>
          <p:cNvSpPr txBox="1"/>
          <p:nvPr>
            <p:ph idx="13" type="title"/>
          </p:nvPr>
        </p:nvSpPr>
        <p:spPr>
          <a:xfrm>
            <a:off x="283850" y="474875"/>
            <a:ext cx="2773200" cy="17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Team members 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18" name="Google Shape;418;p60"/>
          <p:cNvCxnSpPr/>
          <p:nvPr/>
        </p:nvCxnSpPr>
        <p:spPr>
          <a:xfrm>
            <a:off x="283850" y="289571"/>
            <a:ext cx="8573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9" name="Google Shape;419;p60"/>
          <p:cNvCxnSpPr/>
          <p:nvPr/>
        </p:nvCxnSpPr>
        <p:spPr>
          <a:xfrm>
            <a:off x="283850" y="4682671"/>
            <a:ext cx="8573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20" name="Google Shape;420;p60"/>
          <p:cNvSpPr txBox="1"/>
          <p:nvPr/>
        </p:nvSpPr>
        <p:spPr>
          <a:xfrm>
            <a:off x="441425" y="1555575"/>
            <a:ext cx="8041500" cy="28245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595959"/>
                </a:solidFill>
              </a:rPr>
              <a:t>o.No                Name                                        ID number               </a:t>
            </a:r>
            <a:endParaRPr sz="180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595959"/>
                </a:solidFill>
              </a:rPr>
              <a:t>1                     Nimmala Mounika                     2400032180     </a:t>
            </a:r>
            <a:endParaRPr sz="180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595959"/>
                </a:solidFill>
              </a:rPr>
              <a:t>2                    Tirunagari Sai Tejaswi                2400032183      </a:t>
            </a:r>
            <a:endParaRPr sz="180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595959"/>
                </a:solidFill>
              </a:rPr>
              <a:t>3                  Bandaru Sai Srija Anuhya            2400032184</a:t>
            </a:r>
            <a:endParaRPr sz="180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595959"/>
                </a:solidFill>
              </a:rPr>
              <a:t>4                    Veluguri Sri Vidhya                     2400032228 (Team Lead)   </a:t>
            </a:r>
            <a:endParaRPr sz="180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800">
              <a:solidFill>
                <a:srgbClr val="595959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61"/>
          <p:cNvSpPr txBox="1"/>
          <p:nvPr>
            <p:ph type="title"/>
          </p:nvPr>
        </p:nvSpPr>
        <p:spPr>
          <a:xfrm>
            <a:off x="116375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2"/>
                </a:solidFill>
              </a:rPr>
              <a:t>I</a:t>
            </a:r>
            <a:r>
              <a:rPr b="1" lang="en" sz="2000">
                <a:solidFill>
                  <a:schemeClr val="dk2"/>
                </a:solidFill>
              </a:rPr>
              <a:t>ntroduction :</a:t>
            </a:r>
            <a:endParaRPr b="1" sz="2000"/>
          </a:p>
        </p:txBody>
      </p:sp>
      <p:sp>
        <p:nvSpPr>
          <p:cNvPr id="426" name="Google Shape;426;p6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Azure Subscription Vending is an automated process for creating and configuring Azure subscriptions.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It provides a standardized way to onboard users/projects.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It reduces manual configuration and deployment time.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It improves security and governance.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6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52381"/>
              <a:buFont typeface="Arial"/>
              <a:buNone/>
            </a:pPr>
            <a:r>
              <a:rPr b="1" lang="en" sz="2100"/>
              <a:t>Problem Statement :</a:t>
            </a:r>
            <a:endParaRPr b="1" sz="2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6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Manual subscription creation takes time.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Different teams may configure subscriptions differently.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Security and governance policies can be missed.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Resource access management becomes difficult.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Organizations need a consistent onboarding process.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63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</a:t>
            </a:r>
            <a:endParaRPr/>
          </a:p>
        </p:txBody>
      </p:sp>
      <p:pic>
        <p:nvPicPr>
          <p:cNvPr id="438" name="Google Shape;438;p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212726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64"/>
          <p:cNvSpPr txBox="1"/>
          <p:nvPr/>
        </p:nvSpPr>
        <p:spPr>
          <a:xfrm>
            <a:off x="422225" y="998000"/>
            <a:ext cx="843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44" name="Google Shape;444;p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9" name="Google Shape;449;p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66"/>
          <p:cNvSpPr txBox="1"/>
          <p:nvPr>
            <p:ph type="title"/>
          </p:nvPr>
        </p:nvSpPr>
        <p:spPr>
          <a:xfrm>
            <a:off x="284850" y="367275"/>
            <a:ext cx="6423900" cy="942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/>
              <a:t>Subscription Vending Process </a:t>
            </a:r>
            <a:endParaRPr/>
          </a:p>
        </p:txBody>
      </p:sp>
      <p:sp>
        <p:nvSpPr>
          <p:cNvPr id="455" name="Google Shape;455;p66"/>
          <p:cNvSpPr txBox="1"/>
          <p:nvPr/>
        </p:nvSpPr>
        <p:spPr>
          <a:xfrm>
            <a:off x="284850" y="1309275"/>
            <a:ext cx="8390100" cy="252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1900"/>
              <a:t>User submits subscription request.</a:t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1900"/>
              <a:t>Request is validated.</a:t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1900"/>
              <a:t>Approval is obtained.</a:t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1900"/>
              <a:t>Azure subscription is created.</a:t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1900"/>
              <a:t>Subscription is placed under the required Management Group.</a:t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1900"/>
              <a:t>Policies are applied.</a:t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1900"/>
              <a:t>RBAC roles are assigned.</a:t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1900"/>
              <a:t>Subscription is handed over to the project team.</a:t>
            </a:r>
            <a:endParaRPr sz="19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67"/>
          <p:cNvSpPr txBox="1"/>
          <p:nvPr>
            <p:ph type="title"/>
          </p:nvPr>
        </p:nvSpPr>
        <p:spPr>
          <a:xfrm>
            <a:off x="284850" y="130225"/>
            <a:ext cx="6700500" cy="471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Onboarding Process </a:t>
            </a:r>
            <a:endParaRPr/>
          </a:p>
        </p:txBody>
      </p:sp>
      <p:sp>
        <p:nvSpPr>
          <p:cNvPr id="461" name="Google Shape;461;p67"/>
          <p:cNvSpPr txBox="1"/>
          <p:nvPr/>
        </p:nvSpPr>
        <p:spPr>
          <a:xfrm>
            <a:off x="748500" y="940425"/>
            <a:ext cx="5565600" cy="23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Create/identify project team.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Assign required Azure roles.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Configure naming and tagging standards.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Apply security policies.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Set budgets and cost controls.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Provide access to required resources.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Complete onboarding verification.</a:t>
            </a:r>
            <a:endParaRPr sz="20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68"/>
          <p:cNvSpPr txBox="1"/>
          <p:nvPr>
            <p:ph type="title"/>
          </p:nvPr>
        </p:nvSpPr>
        <p:spPr>
          <a:xfrm>
            <a:off x="284850" y="285900"/>
            <a:ext cx="6423900" cy="471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>
              <a:solidFill>
                <a:schemeClr val="accent3"/>
              </a:solidFill>
            </a:endParaRPr>
          </a:p>
        </p:txBody>
      </p:sp>
      <p:pic>
        <p:nvPicPr>
          <p:cNvPr id="467" name="Google Shape;467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1182672"/>
            <a:ext cx="9144000" cy="6326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69"/>
          <p:cNvSpPr txBox="1"/>
          <p:nvPr>
            <p:ph type="title"/>
          </p:nvPr>
        </p:nvSpPr>
        <p:spPr>
          <a:xfrm>
            <a:off x="284850" y="285900"/>
            <a:ext cx="6423900" cy="471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Benefits </a:t>
            </a:r>
            <a:endParaRPr/>
          </a:p>
        </p:txBody>
      </p:sp>
      <p:sp>
        <p:nvSpPr>
          <p:cNvPr id="473" name="Google Shape;473;p69"/>
          <p:cNvSpPr txBox="1"/>
          <p:nvPr/>
        </p:nvSpPr>
        <p:spPr>
          <a:xfrm>
            <a:off x="614150" y="921225"/>
            <a:ext cx="5713800" cy="22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1900"/>
              <a:t>Faster subscription provisioning</a:t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1900"/>
              <a:t>Reduced manual work</a:t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1900"/>
              <a:t>Consistent configuration</a:t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1900"/>
              <a:t>Better security</a:t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1900"/>
              <a:t>Improved governance</a:t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1900"/>
              <a:t>Cost visibility</a:t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1900"/>
              <a:t>Easier management of multiple projects</a:t>
            </a:r>
            <a:endParaRPr sz="19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70"/>
          <p:cNvSpPr txBox="1"/>
          <p:nvPr>
            <p:ph type="title"/>
          </p:nvPr>
        </p:nvSpPr>
        <p:spPr>
          <a:xfrm>
            <a:off x="284850" y="285900"/>
            <a:ext cx="6423900" cy="471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p70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0" name="Google Shape;480;p70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81" name="Google Shape;481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201750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71"/>
          <p:cNvSpPr txBox="1"/>
          <p:nvPr>
            <p:ph type="title"/>
          </p:nvPr>
        </p:nvSpPr>
        <p:spPr>
          <a:xfrm>
            <a:off x="284850" y="285900"/>
            <a:ext cx="6423900" cy="471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" name="Google Shape;487;p71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8" name="Google Shape;488;p71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89" name="Google Shape;489;p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9D9D9"/>
        </a:solidFill>
      </p:bgPr>
    </p:bg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72"/>
          <p:cNvSpPr txBox="1"/>
          <p:nvPr>
            <p:ph type="title"/>
          </p:nvPr>
        </p:nvSpPr>
        <p:spPr>
          <a:xfrm>
            <a:off x="2229925" y="2017825"/>
            <a:ext cx="4931700" cy="12369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Thank you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495" name="Google Shape;495;p72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Project timeline/workflow presentation | Style 2 | Subway">
  <a:themeElements>
    <a:clrScheme name="Simple Light">
      <a:dk1>
        <a:srgbClr val="FAFAFA"/>
      </a:dk1>
      <a:lt1>
        <a:srgbClr val="000000"/>
      </a:lt1>
      <a:dk2>
        <a:srgbClr val="F0EEE2"/>
      </a:dk2>
      <a:lt2>
        <a:srgbClr val="B7B7B7"/>
      </a:lt2>
      <a:accent1>
        <a:srgbClr val="FFDD04"/>
      </a:accent1>
      <a:accent2>
        <a:srgbClr val="FFEE9B"/>
      </a:accent2>
      <a:accent3>
        <a:srgbClr val="2443FF"/>
      </a:accent3>
      <a:accent4>
        <a:srgbClr val="92A1FF"/>
      </a:accent4>
      <a:accent5>
        <a:srgbClr val="F8992B"/>
      </a:accent5>
      <a:accent6>
        <a:srgbClr val="FDCC9C"/>
      </a:accent6>
      <a:hlink>
        <a:srgbClr val="FF00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